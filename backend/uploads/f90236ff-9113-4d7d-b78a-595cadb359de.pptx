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61" r:id="rId5"/>
    <p:sldId id="263" r:id="rId6"/>
    <p:sldId id="265" r:id="rId7"/>
    <p:sldId id="266" r:id="rId8"/>
    <p:sldId id="268" r:id="rId9"/>
    <p:sldId id="269" r:id="rId10"/>
    <p:sldId id="270" r:id="rId11"/>
    <p:sldId id="274" r:id="rId12"/>
    <p:sldId id="275" r:id="rId13"/>
    <p:sldId id="276" r:id="rId14"/>
    <p:sldId id="277" r:id="rId15"/>
    <p:sldId id="279" r:id="rId16"/>
    <p:sldId id="282" r:id="rId17"/>
    <p:sldId id="284" r:id="rId18"/>
    <p:sldId id="285" r:id="rId19"/>
    <p:sldId id="286" r:id="rId20"/>
    <p:sldId id="287" r:id="rId21"/>
    <p:sldId id="288" r:id="rId22"/>
    <p:sldId id="289" r:id="rId23"/>
    <p:sldId id="29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DB1530-05A7-45CF-A54A-6850F54A1DD2}" type="doc">
      <dgm:prSet loTypeId="urn:microsoft.com/office/officeart/2005/8/layout/list1" loCatId="list" qsTypeId="urn:microsoft.com/office/officeart/2005/8/quickstyle/simple4" qsCatId="simple" csTypeId="urn:microsoft.com/office/officeart/2005/8/colors/colorful1" csCatId="colorful"/>
      <dgm:spPr/>
      <dgm:t>
        <a:bodyPr/>
        <a:lstStyle/>
        <a:p>
          <a:endParaRPr lang="en-US"/>
        </a:p>
      </dgm:t>
    </dgm:pt>
    <dgm:pt modelId="{C42BD544-2622-494D-BD12-7CAAFE9481CB}">
      <dgm:prSet/>
      <dgm:spPr/>
      <dgm:t>
        <a:bodyPr/>
        <a:lstStyle/>
        <a:p>
          <a:r>
            <a:rPr lang="en-US" b="1" i="0" baseline="0"/>
            <a:t>Introduction to Communication (10 min)</a:t>
          </a:r>
          <a:endParaRPr lang="en-US"/>
        </a:p>
      </dgm:t>
    </dgm:pt>
    <dgm:pt modelId="{EF88A436-4C8F-43C2-9E1F-DF1652156651}" type="parTrans" cxnId="{C6544756-8235-469F-B505-9856E5C9FDC4}">
      <dgm:prSet/>
      <dgm:spPr/>
      <dgm:t>
        <a:bodyPr/>
        <a:lstStyle/>
        <a:p>
          <a:endParaRPr lang="en-US"/>
        </a:p>
      </dgm:t>
    </dgm:pt>
    <dgm:pt modelId="{5863B9AC-9D9C-4A26-A9D7-DE5C95A73FAC}" type="sibTrans" cxnId="{C6544756-8235-469F-B505-9856E5C9FDC4}">
      <dgm:prSet/>
      <dgm:spPr/>
      <dgm:t>
        <a:bodyPr/>
        <a:lstStyle/>
        <a:p>
          <a:endParaRPr lang="en-US"/>
        </a:p>
      </dgm:t>
    </dgm:pt>
    <dgm:pt modelId="{F4931F79-C30E-4517-B922-6C7EFBFB639B}">
      <dgm:prSet/>
      <dgm:spPr/>
      <dgm:t>
        <a:bodyPr/>
        <a:lstStyle/>
        <a:p>
          <a:r>
            <a:rPr lang="en-US" b="1" i="0" baseline="0"/>
            <a:t>Verbal Communication Mastery (30 min)</a:t>
          </a:r>
          <a:endParaRPr lang="en-US"/>
        </a:p>
      </dgm:t>
    </dgm:pt>
    <dgm:pt modelId="{64C9245F-FF0D-40FB-BEFF-6CD1E2A690EA}" type="parTrans" cxnId="{45E3CDFE-8B78-4084-BE4D-7C5CBA1EC3B4}">
      <dgm:prSet/>
      <dgm:spPr/>
      <dgm:t>
        <a:bodyPr/>
        <a:lstStyle/>
        <a:p>
          <a:endParaRPr lang="en-US"/>
        </a:p>
      </dgm:t>
    </dgm:pt>
    <dgm:pt modelId="{0FABD66E-E2CE-4F4B-AEAE-3BBB5E57075F}" type="sibTrans" cxnId="{45E3CDFE-8B78-4084-BE4D-7C5CBA1EC3B4}">
      <dgm:prSet/>
      <dgm:spPr/>
      <dgm:t>
        <a:bodyPr/>
        <a:lstStyle/>
        <a:p>
          <a:endParaRPr lang="en-US"/>
        </a:p>
      </dgm:t>
    </dgm:pt>
    <dgm:pt modelId="{0D836A00-B36A-46B8-863F-87BD684E75A8}">
      <dgm:prSet/>
      <dgm:spPr/>
      <dgm:t>
        <a:bodyPr/>
        <a:lstStyle/>
        <a:p>
          <a:r>
            <a:rPr lang="en-US" b="1" i="0" baseline="0"/>
            <a:t>Non-Verbal Communication Mastery (40 min)</a:t>
          </a:r>
          <a:endParaRPr lang="en-US"/>
        </a:p>
      </dgm:t>
    </dgm:pt>
    <dgm:pt modelId="{B50769F9-B841-4E38-8F93-E93F937C1E15}" type="parTrans" cxnId="{6691F023-68ED-44F8-B248-3465731B9E3E}">
      <dgm:prSet/>
      <dgm:spPr/>
      <dgm:t>
        <a:bodyPr/>
        <a:lstStyle/>
        <a:p>
          <a:endParaRPr lang="en-US"/>
        </a:p>
      </dgm:t>
    </dgm:pt>
    <dgm:pt modelId="{ABC4BE43-18B9-448D-AB84-15154A05A914}" type="sibTrans" cxnId="{6691F023-68ED-44F8-B248-3465731B9E3E}">
      <dgm:prSet/>
      <dgm:spPr/>
      <dgm:t>
        <a:bodyPr/>
        <a:lstStyle/>
        <a:p>
          <a:endParaRPr lang="en-US"/>
        </a:p>
      </dgm:t>
    </dgm:pt>
    <dgm:pt modelId="{9D9BC075-2D27-44F7-A44F-3608E36D30CD}">
      <dgm:prSet/>
      <dgm:spPr/>
      <dgm:t>
        <a:bodyPr/>
        <a:lstStyle/>
        <a:p>
          <a:r>
            <a:rPr lang="en-US" b="1" i="0" baseline="0"/>
            <a:t>Integrating Verbal &amp; Non-Verbal Communication (25 min)</a:t>
          </a:r>
          <a:endParaRPr lang="en-US"/>
        </a:p>
      </dgm:t>
    </dgm:pt>
    <dgm:pt modelId="{473EA27C-9A07-4480-BF7D-94EEF7A2A62E}" type="parTrans" cxnId="{112131B7-3773-4780-9ED5-DA8657510FBD}">
      <dgm:prSet/>
      <dgm:spPr/>
      <dgm:t>
        <a:bodyPr/>
        <a:lstStyle/>
        <a:p>
          <a:endParaRPr lang="en-US"/>
        </a:p>
      </dgm:t>
    </dgm:pt>
    <dgm:pt modelId="{1CB2FCB5-6FDD-4B11-A711-A3D57C0DBFB0}" type="sibTrans" cxnId="{112131B7-3773-4780-9ED5-DA8657510FBD}">
      <dgm:prSet/>
      <dgm:spPr/>
      <dgm:t>
        <a:bodyPr/>
        <a:lstStyle/>
        <a:p>
          <a:endParaRPr lang="en-US"/>
        </a:p>
      </dgm:t>
    </dgm:pt>
    <dgm:pt modelId="{F48C3113-DE9E-465C-A4B6-BCF316F4A5B7}">
      <dgm:prSet/>
      <dgm:spPr/>
      <dgm:t>
        <a:bodyPr/>
        <a:lstStyle/>
        <a:p>
          <a:r>
            <a:rPr lang="en-US" b="1" i="0" baseline="0"/>
            <a:t>Practical Application &amp; Role-Play (15 min)</a:t>
          </a:r>
          <a:endParaRPr lang="en-US"/>
        </a:p>
      </dgm:t>
    </dgm:pt>
    <dgm:pt modelId="{8B43198A-9483-4EF3-AAAB-14CCC3FCAB70}" type="parTrans" cxnId="{FC0AE5A8-2892-4AB9-ACE6-AEBE0B180AAB}">
      <dgm:prSet/>
      <dgm:spPr/>
      <dgm:t>
        <a:bodyPr/>
        <a:lstStyle/>
        <a:p>
          <a:endParaRPr lang="en-US"/>
        </a:p>
      </dgm:t>
    </dgm:pt>
    <dgm:pt modelId="{4383EC6B-5B42-46ED-80C1-556EEA738888}" type="sibTrans" cxnId="{FC0AE5A8-2892-4AB9-ACE6-AEBE0B180AAB}">
      <dgm:prSet/>
      <dgm:spPr/>
      <dgm:t>
        <a:bodyPr/>
        <a:lstStyle/>
        <a:p>
          <a:endParaRPr lang="en-US"/>
        </a:p>
      </dgm:t>
    </dgm:pt>
    <dgm:pt modelId="{5D46F3B1-38C7-44F5-8D67-84672D7777A7}">
      <dgm:prSet/>
      <dgm:spPr/>
      <dgm:t>
        <a:bodyPr/>
        <a:lstStyle/>
        <a:p>
          <a:r>
            <a:rPr lang="en-US" b="1" i="0" baseline="0"/>
            <a:t>Q&amp;A and Conclusion (10 min)</a:t>
          </a:r>
          <a:r>
            <a:rPr lang="en-US" b="0" i="0" baseline="0"/>
            <a:t> </a:t>
          </a:r>
          <a:endParaRPr lang="en-US"/>
        </a:p>
      </dgm:t>
    </dgm:pt>
    <dgm:pt modelId="{3393EF3F-7962-4EA6-A893-895B98851D59}" type="parTrans" cxnId="{396892B2-874B-4740-A3CF-D3B43DB84AF1}">
      <dgm:prSet/>
      <dgm:spPr/>
      <dgm:t>
        <a:bodyPr/>
        <a:lstStyle/>
        <a:p>
          <a:endParaRPr lang="en-US"/>
        </a:p>
      </dgm:t>
    </dgm:pt>
    <dgm:pt modelId="{02A5A4EF-AEE6-4C4A-9CD3-2757F493903F}" type="sibTrans" cxnId="{396892B2-874B-4740-A3CF-D3B43DB84AF1}">
      <dgm:prSet/>
      <dgm:spPr/>
      <dgm:t>
        <a:bodyPr/>
        <a:lstStyle/>
        <a:p>
          <a:endParaRPr lang="en-US"/>
        </a:p>
      </dgm:t>
    </dgm:pt>
    <dgm:pt modelId="{8631425C-E180-43CB-A442-C71CB252AEC4}" type="pres">
      <dgm:prSet presAssocID="{CEDB1530-05A7-45CF-A54A-6850F54A1DD2}" presName="linear" presStyleCnt="0">
        <dgm:presLayoutVars>
          <dgm:dir/>
          <dgm:animLvl val="lvl"/>
          <dgm:resizeHandles val="exact"/>
        </dgm:presLayoutVars>
      </dgm:prSet>
      <dgm:spPr/>
    </dgm:pt>
    <dgm:pt modelId="{303CDB9A-3F0E-4C25-A23E-345CAC0ABF87}" type="pres">
      <dgm:prSet presAssocID="{C42BD544-2622-494D-BD12-7CAAFE9481CB}" presName="parentLin" presStyleCnt="0"/>
      <dgm:spPr/>
    </dgm:pt>
    <dgm:pt modelId="{CF5A01D2-BCB3-4165-B5B6-7783273C49B7}" type="pres">
      <dgm:prSet presAssocID="{C42BD544-2622-494D-BD12-7CAAFE9481CB}" presName="parentLeftMargin" presStyleLbl="node1" presStyleIdx="0" presStyleCnt="6"/>
      <dgm:spPr/>
    </dgm:pt>
    <dgm:pt modelId="{FD617CC5-A487-4BED-9F53-911DA77C8CD4}" type="pres">
      <dgm:prSet presAssocID="{C42BD544-2622-494D-BD12-7CAAFE9481CB}" presName="parentText" presStyleLbl="node1" presStyleIdx="0" presStyleCnt="6">
        <dgm:presLayoutVars>
          <dgm:chMax val="0"/>
          <dgm:bulletEnabled val="1"/>
        </dgm:presLayoutVars>
      </dgm:prSet>
      <dgm:spPr/>
    </dgm:pt>
    <dgm:pt modelId="{985215E7-616D-433E-8F6E-041FDC190CA8}" type="pres">
      <dgm:prSet presAssocID="{C42BD544-2622-494D-BD12-7CAAFE9481CB}" presName="negativeSpace" presStyleCnt="0"/>
      <dgm:spPr/>
    </dgm:pt>
    <dgm:pt modelId="{BE965C48-DF4D-49E7-ADE0-8A94D2EB59FC}" type="pres">
      <dgm:prSet presAssocID="{C42BD544-2622-494D-BD12-7CAAFE9481CB}" presName="childText" presStyleLbl="conFgAcc1" presStyleIdx="0" presStyleCnt="6">
        <dgm:presLayoutVars>
          <dgm:bulletEnabled val="1"/>
        </dgm:presLayoutVars>
      </dgm:prSet>
      <dgm:spPr/>
    </dgm:pt>
    <dgm:pt modelId="{504C204A-4BF5-4481-B06A-0647D5BBB61C}" type="pres">
      <dgm:prSet presAssocID="{5863B9AC-9D9C-4A26-A9D7-DE5C95A73FAC}" presName="spaceBetweenRectangles" presStyleCnt="0"/>
      <dgm:spPr/>
    </dgm:pt>
    <dgm:pt modelId="{04B7EBB5-C9CB-4BB3-A69D-7A98495252AA}" type="pres">
      <dgm:prSet presAssocID="{F4931F79-C30E-4517-B922-6C7EFBFB639B}" presName="parentLin" presStyleCnt="0"/>
      <dgm:spPr/>
    </dgm:pt>
    <dgm:pt modelId="{D2C539E5-52B1-45B3-B260-5362B901894C}" type="pres">
      <dgm:prSet presAssocID="{F4931F79-C30E-4517-B922-6C7EFBFB639B}" presName="parentLeftMargin" presStyleLbl="node1" presStyleIdx="0" presStyleCnt="6"/>
      <dgm:spPr/>
    </dgm:pt>
    <dgm:pt modelId="{6E702737-81F1-49D6-99BF-2BC3BB0D099E}" type="pres">
      <dgm:prSet presAssocID="{F4931F79-C30E-4517-B922-6C7EFBFB639B}" presName="parentText" presStyleLbl="node1" presStyleIdx="1" presStyleCnt="6">
        <dgm:presLayoutVars>
          <dgm:chMax val="0"/>
          <dgm:bulletEnabled val="1"/>
        </dgm:presLayoutVars>
      </dgm:prSet>
      <dgm:spPr/>
    </dgm:pt>
    <dgm:pt modelId="{7B83F4AE-D249-4E0E-BB8A-E21662C48796}" type="pres">
      <dgm:prSet presAssocID="{F4931F79-C30E-4517-B922-6C7EFBFB639B}" presName="negativeSpace" presStyleCnt="0"/>
      <dgm:spPr/>
    </dgm:pt>
    <dgm:pt modelId="{C247B6EA-392C-4C2A-8C51-F798846520C7}" type="pres">
      <dgm:prSet presAssocID="{F4931F79-C30E-4517-B922-6C7EFBFB639B}" presName="childText" presStyleLbl="conFgAcc1" presStyleIdx="1" presStyleCnt="6">
        <dgm:presLayoutVars>
          <dgm:bulletEnabled val="1"/>
        </dgm:presLayoutVars>
      </dgm:prSet>
      <dgm:spPr/>
    </dgm:pt>
    <dgm:pt modelId="{5895BE40-7F3A-4A6F-8ECE-1A9ABC834590}" type="pres">
      <dgm:prSet presAssocID="{0FABD66E-E2CE-4F4B-AEAE-3BBB5E57075F}" presName="spaceBetweenRectangles" presStyleCnt="0"/>
      <dgm:spPr/>
    </dgm:pt>
    <dgm:pt modelId="{8D7992C7-3AF2-4D4E-94EB-9D9864798123}" type="pres">
      <dgm:prSet presAssocID="{0D836A00-B36A-46B8-863F-87BD684E75A8}" presName="parentLin" presStyleCnt="0"/>
      <dgm:spPr/>
    </dgm:pt>
    <dgm:pt modelId="{F2722CA3-E576-459B-9952-15D0B68430BC}" type="pres">
      <dgm:prSet presAssocID="{0D836A00-B36A-46B8-863F-87BD684E75A8}" presName="parentLeftMargin" presStyleLbl="node1" presStyleIdx="1" presStyleCnt="6"/>
      <dgm:spPr/>
    </dgm:pt>
    <dgm:pt modelId="{89699FBF-7C50-4068-97C5-6CD3EEC542C6}" type="pres">
      <dgm:prSet presAssocID="{0D836A00-B36A-46B8-863F-87BD684E75A8}" presName="parentText" presStyleLbl="node1" presStyleIdx="2" presStyleCnt="6">
        <dgm:presLayoutVars>
          <dgm:chMax val="0"/>
          <dgm:bulletEnabled val="1"/>
        </dgm:presLayoutVars>
      </dgm:prSet>
      <dgm:spPr/>
    </dgm:pt>
    <dgm:pt modelId="{9F39CA95-EA22-4FD3-8D9C-C3EC545B931E}" type="pres">
      <dgm:prSet presAssocID="{0D836A00-B36A-46B8-863F-87BD684E75A8}" presName="negativeSpace" presStyleCnt="0"/>
      <dgm:spPr/>
    </dgm:pt>
    <dgm:pt modelId="{1258DFCD-537B-4EE3-A5DD-03E3DAD10B7D}" type="pres">
      <dgm:prSet presAssocID="{0D836A00-B36A-46B8-863F-87BD684E75A8}" presName="childText" presStyleLbl="conFgAcc1" presStyleIdx="2" presStyleCnt="6">
        <dgm:presLayoutVars>
          <dgm:bulletEnabled val="1"/>
        </dgm:presLayoutVars>
      </dgm:prSet>
      <dgm:spPr/>
    </dgm:pt>
    <dgm:pt modelId="{6FC1DE8A-254B-42F7-BBAE-9998B27930FF}" type="pres">
      <dgm:prSet presAssocID="{ABC4BE43-18B9-448D-AB84-15154A05A914}" presName="spaceBetweenRectangles" presStyleCnt="0"/>
      <dgm:spPr/>
    </dgm:pt>
    <dgm:pt modelId="{8BD12D3C-BD43-4169-A200-F223D90C0A81}" type="pres">
      <dgm:prSet presAssocID="{9D9BC075-2D27-44F7-A44F-3608E36D30CD}" presName="parentLin" presStyleCnt="0"/>
      <dgm:spPr/>
    </dgm:pt>
    <dgm:pt modelId="{D2D3C492-C1C7-45A9-8BD7-4BD6F8606302}" type="pres">
      <dgm:prSet presAssocID="{9D9BC075-2D27-44F7-A44F-3608E36D30CD}" presName="parentLeftMargin" presStyleLbl="node1" presStyleIdx="2" presStyleCnt="6"/>
      <dgm:spPr/>
    </dgm:pt>
    <dgm:pt modelId="{1E0E6BB9-0154-4CA3-92C7-9B54042DE340}" type="pres">
      <dgm:prSet presAssocID="{9D9BC075-2D27-44F7-A44F-3608E36D30CD}" presName="parentText" presStyleLbl="node1" presStyleIdx="3" presStyleCnt="6">
        <dgm:presLayoutVars>
          <dgm:chMax val="0"/>
          <dgm:bulletEnabled val="1"/>
        </dgm:presLayoutVars>
      </dgm:prSet>
      <dgm:spPr/>
    </dgm:pt>
    <dgm:pt modelId="{58CAD052-499F-4F2C-AFBD-002CEA8BDD98}" type="pres">
      <dgm:prSet presAssocID="{9D9BC075-2D27-44F7-A44F-3608E36D30CD}" presName="negativeSpace" presStyleCnt="0"/>
      <dgm:spPr/>
    </dgm:pt>
    <dgm:pt modelId="{DBD7CB8B-48B6-42E9-A79E-0E39C1B148D9}" type="pres">
      <dgm:prSet presAssocID="{9D9BC075-2D27-44F7-A44F-3608E36D30CD}" presName="childText" presStyleLbl="conFgAcc1" presStyleIdx="3" presStyleCnt="6">
        <dgm:presLayoutVars>
          <dgm:bulletEnabled val="1"/>
        </dgm:presLayoutVars>
      </dgm:prSet>
      <dgm:spPr/>
    </dgm:pt>
    <dgm:pt modelId="{557A521D-D0F0-456C-AC6B-2DBB47E03352}" type="pres">
      <dgm:prSet presAssocID="{1CB2FCB5-6FDD-4B11-A711-A3D57C0DBFB0}" presName="spaceBetweenRectangles" presStyleCnt="0"/>
      <dgm:spPr/>
    </dgm:pt>
    <dgm:pt modelId="{33D9D26F-615F-4077-85CB-F688F07C1D49}" type="pres">
      <dgm:prSet presAssocID="{F48C3113-DE9E-465C-A4B6-BCF316F4A5B7}" presName="parentLin" presStyleCnt="0"/>
      <dgm:spPr/>
    </dgm:pt>
    <dgm:pt modelId="{F723B759-7CC7-43B0-AB8C-A92ACD212BC0}" type="pres">
      <dgm:prSet presAssocID="{F48C3113-DE9E-465C-A4B6-BCF316F4A5B7}" presName="parentLeftMargin" presStyleLbl="node1" presStyleIdx="3" presStyleCnt="6"/>
      <dgm:spPr/>
    </dgm:pt>
    <dgm:pt modelId="{534DD899-CA51-43B0-AEEE-74FF22FF99ED}" type="pres">
      <dgm:prSet presAssocID="{F48C3113-DE9E-465C-A4B6-BCF316F4A5B7}" presName="parentText" presStyleLbl="node1" presStyleIdx="4" presStyleCnt="6">
        <dgm:presLayoutVars>
          <dgm:chMax val="0"/>
          <dgm:bulletEnabled val="1"/>
        </dgm:presLayoutVars>
      </dgm:prSet>
      <dgm:spPr/>
    </dgm:pt>
    <dgm:pt modelId="{BF0954EF-453C-46B1-9C3D-6EBD5572D9C2}" type="pres">
      <dgm:prSet presAssocID="{F48C3113-DE9E-465C-A4B6-BCF316F4A5B7}" presName="negativeSpace" presStyleCnt="0"/>
      <dgm:spPr/>
    </dgm:pt>
    <dgm:pt modelId="{D71B731B-F76C-4FC5-A94E-87E22DEDCA30}" type="pres">
      <dgm:prSet presAssocID="{F48C3113-DE9E-465C-A4B6-BCF316F4A5B7}" presName="childText" presStyleLbl="conFgAcc1" presStyleIdx="4" presStyleCnt="6">
        <dgm:presLayoutVars>
          <dgm:bulletEnabled val="1"/>
        </dgm:presLayoutVars>
      </dgm:prSet>
      <dgm:spPr/>
    </dgm:pt>
    <dgm:pt modelId="{822888D3-482A-421A-8D35-0D59CBD2D0BB}" type="pres">
      <dgm:prSet presAssocID="{4383EC6B-5B42-46ED-80C1-556EEA738888}" presName="spaceBetweenRectangles" presStyleCnt="0"/>
      <dgm:spPr/>
    </dgm:pt>
    <dgm:pt modelId="{FC87E5F1-2964-4101-8D3E-028D6D376D73}" type="pres">
      <dgm:prSet presAssocID="{5D46F3B1-38C7-44F5-8D67-84672D7777A7}" presName="parentLin" presStyleCnt="0"/>
      <dgm:spPr/>
    </dgm:pt>
    <dgm:pt modelId="{FBE6F4C5-14AE-41F4-B10E-7A0865C100F1}" type="pres">
      <dgm:prSet presAssocID="{5D46F3B1-38C7-44F5-8D67-84672D7777A7}" presName="parentLeftMargin" presStyleLbl="node1" presStyleIdx="4" presStyleCnt="6"/>
      <dgm:spPr/>
    </dgm:pt>
    <dgm:pt modelId="{1AAA836B-8CAA-417F-AABB-B19D29AAD7EB}" type="pres">
      <dgm:prSet presAssocID="{5D46F3B1-38C7-44F5-8D67-84672D7777A7}" presName="parentText" presStyleLbl="node1" presStyleIdx="5" presStyleCnt="6">
        <dgm:presLayoutVars>
          <dgm:chMax val="0"/>
          <dgm:bulletEnabled val="1"/>
        </dgm:presLayoutVars>
      </dgm:prSet>
      <dgm:spPr/>
    </dgm:pt>
    <dgm:pt modelId="{8CC122D3-2FCC-4DCA-AA6D-B0E130228A5B}" type="pres">
      <dgm:prSet presAssocID="{5D46F3B1-38C7-44F5-8D67-84672D7777A7}" presName="negativeSpace" presStyleCnt="0"/>
      <dgm:spPr/>
    </dgm:pt>
    <dgm:pt modelId="{335D0F07-EA05-4AFE-A7DC-7F57FFD4252D}" type="pres">
      <dgm:prSet presAssocID="{5D46F3B1-38C7-44F5-8D67-84672D7777A7}" presName="childText" presStyleLbl="conFgAcc1" presStyleIdx="5" presStyleCnt="6">
        <dgm:presLayoutVars>
          <dgm:bulletEnabled val="1"/>
        </dgm:presLayoutVars>
      </dgm:prSet>
      <dgm:spPr/>
    </dgm:pt>
  </dgm:ptLst>
  <dgm:cxnLst>
    <dgm:cxn modelId="{4BAE6F02-F52B-42DD-A927-16919FDAE8DE}" type="presOf" srcId="{CEDB1530-05A7-45CF-A54A-6850F54A1DD2}" destId="{8631425C-E180-43CB-A442-C71CB252AEC4}" srcOrd="0" destOrd="0" presId="urn:microsoft.com/office/officeart/2005/8/layout/list1"/>
    <dgm:cxn modelId="{F151F107-E97E-4C3E-B71D-1AC215F0D975}" type="presOf" srcId="{F48C3113-DE9E-465C-A4B6-BCF316F4A5B7}" destId="{F723B759-7CC7-43B0-AB8C-A92ACD212BC0}" srcOrd="0" destOrd="0" presId="urn:microsoft.com/office/officeart/2005/8/layout/list1"/>
    <dgm:cxn modelId="{57FD2108-B41B-4BD9-ABF2-D30FBCB32736}" type="presOf" srcId="{0D836A00-B36A-46B8-863F-87BD684E75A8}" destId="{89699FBF-7C50-4068-97C5-6CD3EEC542C6}" srcOrd="1" destOrd="0" presId="urn:microsoft.com/office/officeart/2005/8/layout/list1"/>
    <dgm:cxn modelId="{AB2E6108-2D93-421D-A9BB-140C5482AB2C}" type="presOf" srcId="{F48C3113-DE9E-465C-A4B6-BCF316F4A5B7}" destId="{534DD899-CA51-43B0-AEEE-74FF22FF99ED}" srcOrd="1" destOrd="0" presId="urn:microsoft.com/office/officeart/2005/8/layout/list1"/>
    <dgm:cxn modelId="{DA310723-3C59-48D6-A9CE-D040F9CA61BC}" type="presOf" srcId="{C42BD544-2622-494D-BD12-7CAAFE9481CB}" destId="{FD617CC5-A487-4BED-9F53-911DA77C8CD4}" srcOrd="1" destOrd="0" presId="urn:microsoft.com/office/officeart/2005/8/layout/list1"/>
    <dgm:cxn modelId="{6691F023-68ED-44F8-B248-3465731B9E3E}" srcId="{CEDB1530-05A7-45CF-A54A-6850F54A1DD2}" destId="{0D836A00-B36A-46B8-863F-87BD684E75A8}" srcOrd="2" destOrd="0" parTransId="{B50769F9-B841-4E38-8F93-E93F937C1E15}" sibTransId="{ABC4BE43-18B9-448D-AB84-15154A05A914}"/>
    <dgm:cxn modelId="{0293DF36-BB21-405D-8380-479B27563046}" type="presOf" srcId="{9D9BC075-2D27-44F7-A44F-3608E36D30CD}" destId="{1E0E6BB9-0154-4CA3-92C7-9B54042DE340}" srcOrd="1" destOrd="0" presId="urn:microsoft.com/office/officeart/2005/8/layout/list1"/>
    <dgm:cxn modelId="{C8131944-FFBD-4706-B79A-31423071AD24}" type="presOf" srcId="{F4931F79-C30E-4517-B922-6C7EFBFB639B}" destId="{6E702737-81F1-49D6-99BF-2BC3BB0D099E}" srcOrd="1" destOrd="0" presId="urn:microsoft.com/office/officeart/2005/8/layout/list1"/>
    <dgm:cxn modelId="{C6544756-8235-469F-B505-9856E5C9FDC4}" srcId="{CEDB1530-05A7-45CF-A54A-6850F54A1DD2}" destId="{C42BD544-2622-494D-BD12-7CAAFE9481CB}" srcOrd="0" destOrd="0" parTransId="{EF88A436-4C8F-43C2-9E1F-DF1652156651}" sibTransId="{5863B9AC-9D9C-4A26-A9D7-DE5C95A73FAC}"/>
    <dgm:cxn modelId="{7A30527B-0659-4A31-BA50-9CF643882B95}" type="presOf" srcId="{0D836A00-B36A-46B8-863F-87BD684E75A8}" destId="{F2722CA3-E576-459B-9952-15D0B68430BC}" srcOrd="0" destOrd="0" presId="urn:microsoft.com/office/officeart/2005/8/layout/list1"/>
    <dgm:cxn modelId="{9A1AD188-2BE1-466F-B899-F12E26CCA9D7}" type="presOf" srcId="{5D46F3B1-38C7-44F5-8D67-84672D7777A7}" destId="{1AAA836B-8CAA-417F-AABB-B19D29AAD7EB}" srcOrd="1" destOrd="0" presId="urn:microsoft.com/office/officeart/2005/8/layout/list1"/>
    <dgm:cxn modelId="{4A6A358E-FF79-432A-BAF0-B45C0FAD0259}" type="presOf" srcId="{9D9BC075-2D27-44F7-A44F-3608E36D30CD}" destId="{D2D3C492-C1C7-45A9-8BD7-4BD6F8606302}" srcOrd="0" destOrd="0" presId="urn:microsoft.com/office/officeart/2005/8/layout/list1"/>
    <dgm:cxn modelId="{40B74CA1-3FC3-4264-A7A5-470AA616CFFA}" type="presOf" srcId="{5D46F3B1-38C7-44F5-8D67-84672D7777A7}" destId="{FBE6F4C5-14AE-41F4-B10E-7A0865C100F1}" srcOrd="0" destOrd="0" presId="urn:microsoft.com/office/officeart/2005/8/layout/list1"/>
    <dgm:cxn modelId="{FC0AE5A8-2892-4AB9-ACE6-AEBE0B180AAB}" srcId="{CEDB1530-05A7-45CF-A54A-6850F54A1DD2}" destId="{F48C3113-DE9E-465C-A4B6-BCF316F4A5B7}" srcOrd="4" destOrd="0" parTransId="{8B43198A-9483-4EF3-AAAB-14CCC3FCAB70}" sibTransId="{4383EC6B-5B42-46ED-80C1-556EEA738888}"/>
    <dgm:cxn modelId="{396892B2-874B-4740-A3CF-D3B43DB84AF1}" srcId="{CEDB1530-05A7-45CF-A54A-6850F54A1DD2}" destId="{5D46F3B1-38C7-44F5-8D67-84672D7777A7}" srcOrd="5" destOrd="0" parTransId="{3393EF3F-7962-4EA6-A893-895B98851D59}" sibTransId="{02A5A4EF-AEE6-4C4A-9CD3-2757F493903F}"/>
    <dgm:cxn modelId="{112131B7-3773-4780-9ED5-DA8657510FBD}" srcId="{CEDB1530-05A7-45CF-A54A-6850F54A1DD2}" destId="{9D9BC075-2D27-44F7-A44F-3608E36D30CD}" srcOrd="3" destOrd="0" parTransId="{473EA27C-9A07-4480-BF7D-94EEF7A2A62E}" sibTransId="{1CB2FCB5-6FDD-4B11-A711-A3D57C0DBFB0}"/>
    <dgm:cxn modelId="{4CF150C2-F067-47F9-8A75-1DCB9E177217}" type="presOf" srcId="{C42BD544-2622-494D-BD12-7CAAFE9481CB}" destId="{CF5A01D2-BCB3-4165-B5B6-7783273C49B7}" srcOrd="0" destOrd="0" presId="urn:microsoft.com/office/officeart/2005/8/layout/list1"/>
    <dgm:cxn modelId="{8F7D33F2-02DE-41AD-8687-CBB02006E52A}" type="presOf" srcId="{F4931F79-C30E-4517-B922-6C7EFBFB639B}" destId="{D2C539E5-52B1-45B3-B260-5362B901894C}" srcOrd="0" destOrd="0" presId="urn:microsoft.com/office/officeart/2005/8/layout/list1"/>
    <dgm:cxn modelId="{45E3CDFE-8B78-4084-BE4D-7C5CBA1EC3B4}" srcId="{CEDB1530-05A7-45CF-A54A-6850F54A1DD2}" destId="{F4931F79-C30E-4517-B922-6C7EFBFB639B}" srcOrd="1" destOrd="0" parTransId="{64C9245F-FF0D-40FB-BEFF-6CD1E2A690EA}" sibTransId="{0FABD66E-E2CE-4F4B-AEAE-3BBB5E57075F}"/>
    <dgm:cxn modelId="{731D0DC4-25C2-48D6-A832-20FF42CB61B2}" type="presParOf" srcId="{8631425C-E180-43CB-A442-C71CB252AEC4}" destId="{303CDB9A-3F0E-4C25-A23E-345CAC0ABF87}" srcOrd="0" destOrd="0" presId="urn:microsoft.com/office/officeart/2005/8/layout/list1"/>
    <dgm:cxn modelId="{1CDBD5F7-CF9E-4840-A084-A64C87AE3084}" type="presParOf" srcId="{303CDB9A-3F0E-4C25-A23E-345CAC0ABF87}" destId="{CF5A01D2-BCB3-4165-B5B6-7783273C49B7}" srcOrd="0" destOrd="0" presId="urn:microsoft.com/office/officeart/2005/8/layout/list1"/>
    <dgm:cxn modelId="{C9594899-192B-4838-BF00-4839AE44813E}" type="presParOf" srcId="{303CDB9A-3F0E-4C25-A23E-345CAC0ABF87}" destId="{FD617CC5-A487-4BED-9F53-911DA77C8CD4}" srcOrd="1" destOrd="0" presId="urn:microsoft.com/office/officeart/2005/8/layout/list1"/>
    <dgm:cxn modelId="{B3C723AD-972A-4F4F-A6F2-99E05383BF25}" type="presParOf" srcId="{8631425C-E180-43CB-A442-C71CB252AEC4}" destId="{985215E7-616D-433E-8F6E-041FDC190CA8}" srcOrd="1" destOrd="0" presId="urn:microsoft.com/office/officeart/2005/8/layout/list1"/>
    <dgm:cxn modelId="{20C7854D-7222-464C-A0D3-2C0EF3401D4E}" type="presParOf" srcId="{8631425C-E180-43CB-A442-C71CB252AEC4}" destId="{BE965C48-DF4D-49E7-ADE0-8A94D2EB59FC}" srcOrd="2" destOrd="0" presId="urn:microsoft.com/office/officeart/2005/8/layout/list1"/>
    <dgm:cxn modelId="{53730875-480A-4FCC-8514-28F664D9FC84}" type="presParOf" srcId="{8631425C-E180-43CB-A442-C71CB252AEC4}" destId="{504C204A-4BF5-4481-B06A-0647D5BBB61C}" srcOrd="3" destOrd="0" presId="urn:microsoft.com/office/officeart/2005/8/layout/list1"/>
    <dgm:cxn modelId="{FB7DDDD2-14C8-4BA8-84C3-CC9C528BFC0F}" type="presParOf" srcId="{8631425C-E180-43CB-A442-C71CB252AEC4}" destId="{04B7EBB5-C9CB-4BB3-A69D-7A98495252AA}" srcOrd="4" destOrd="0" presId="urn:microsoft.com/office/officeart/2005/8/layout/list1"/>
    <dgm:cxn modelId="{B72C372F-B504-40F7-A500-4094E7A32D1F}" type="presParOf" srcId="{04B7EBB5-C9CB-4BB3-A69D-7A98495252AA}" destId="{D2C539E5-52B1-45B3-B260-5362B901894C}" srcOrd="0" destOrd="0" presId="urn:microsoft.com/office/officeart/2005/8/layout/list1"/>
    <dgm:cxn modelId="{D5853C17-0FF5-4BC0-B5C8-68E5EE9D00FD}" type="presParOf" srcId="{04B7EBB5-C9CB-4BB3-A69D-7A98495252AA}" destId="{6E702737-81F1-49D6-99BF-2BC3BB0D099E}" srcOrd="1" destOrd="0" presId="urn:microsoft.com/office/officeart/2005/8/layout/list1"/>
    <dgm:cxn modelId="{E61C5AC3-E3EB-4501-9231-5DBBCE519424}" type="presParOf" srcId="{8631425C-E180-43CB-A442-C71CB252AEC4}" destId="{7B83F4AE-D249-4E0E-BB8A-E21662C48796}" srcOrd="5" destOrd="0" presId="urn:microsoft.com/office/officeart/2005/8/layout/list1"/>
    <dgm:cxn modelId="{64379341-D563-44F7-8948-A7610A4DF880}" type="presParOf" srcId="{8631425C-E180-43CB-A442-C71CB252AEC4}" destId="{C247B6EA-392C-4C2A-8C51-F798846520C7}" srcOrd="6" destOrd="0" presId="urn:microsoft.com/office/officeart/2005/8/layout/list1"/>
    <dgm:cxn modelId="{7149A711-FCC5-4718-832F-56ADEA0F534A}" type="presParOf" srcId="{8631425C-E180-43CB-A442-C71CB252AEC4}" destId="{5895BE40-7F3A-4A6F-8ECE-1A9ABC834590}" srcOrd="7" destOrd="0" presId="urn:microsoft.com/office/officeart/2005/8/layout/list1"/>
    <dgm:cxn modelId="{94DEA79B-4B6F-493A-AE8E-69276AE31F75}" type="presParOf" srcId="{8631425C-E180-43CB-A442-C71CB252AEC4}" destId="{8D7992C7-3AF2-4D4E-94EB-9D9864798123}" srcOrd="8" destOrd="0" presId="urn:microsoft.com/office/officeart/2005/8/layout/list1"/>
    <dgm:cxn modelId="{9A2A5012-6ED2-4A9B-8E12-BD3948210F00}" type="presParOf" srcId="{8D7992C7-3AF2-4D4E-94EB-9D9864798123}" destId="{F2722CA3-E576-459B-9952-15D0B68430BC}" srcOrd="0" destOrd="0" presId="urn:microsoft.com/office/officeart/2005/8/layout/list1"/>
    <dgm:cxn modelId="{8D3E498F-5B1D-4CAA-B7F9-5842060EC859}" type="presParOf" srcId="{8D7992C7-3AF2-4D4E-94EB-9D9864798123}" destId="{89699FBF-7C50-4068-97C5-6CD3EEC542C6}" srcOrd="1" destOrd="0" presId="urn:microsoft.com/office/officeart/2005/8/layout/list1"/>
    <dgm:cxn modelId="{6EC6EC3D-F645-4814-8C52-BACD9C54B393}" type="presParOf" srcId="{8631425C-E180-43CB-A442-C71CB252AEC4}" destId="{9F39CA95-EA22-4FD3-8D9C-C3EC545B931E}" srcOrd="9" destOrd="0" presId="urn:microsoft.com/office/officeart/2005/8/layout/list1"/>
    <dgm:cxn modelId="{EAA59FAA-D69C-4EA9-A0B3-F662E599611C}" type="presParOf" srcId="{8631425C-E180-43CB-A442-C71CB252AEC4}" destId="{1258DFCD-537B-4EE3-A5DD-03E3DAD10B7D}" srcOrd="10" destOrd="0" presId="urn:microsoft.com/office/officeart/2005/8/layout/list1"/>
    <dgm:cxn modelId="{8C074095-4A7D-4360-A227-A9849DE07FFE}" type="presParOf" srcId="{8631425C-E180-43CB-A442-C71CB252AEC4}" destId="{6FC1DE8A-254B-42F7-BBAE-9998B27930FF}" srcOrd="11" destOrd="0" presId="urn:microsoft.com/office/officeart/2005/8/layout/list1"/>
    <dgm:cxn modelId="{B0EE9BF9-FD45-4106-BAD5-DB1D11F75E41}" type="presParOf" srcId="{8631425C-E180-43CB-A442-C71CB252AEC4}" destId="{8BD12D3C-BD43-4169-A200-F223D90C0A81}" srcOrd="12" destOrd="0" presId="urn:microsoft.com/office/officeart/2005/8/layout/list1"/>
    <dgm:cxn modelId="{3BCC0CA8-CEC5-4ADA-AB16-A7202331790B}" type="presParOf" srcId="{8BD12D3C-BD43-4169-A200-F223D90C0A81}" destId="{D2D3C492-C1C7-45A9-8BD7-4BD6F8606302}" srcOrd="0" destOrd="0" presId="urn:microsoft.com/office/officeart/2005/8/layout/list1"/>
    <dgm:cxn modelId="{A1D6C7FD-C79C-4592-ADE7-A628BF42FDC3}" type="presParOf" srcId="{8BD12D3C-BD43-4169-A200-F223D90C0A81}" destId="{1E0E6BB9-0154-4CA3-92C7-9B54042DE340}" srcOrd="1" destOrd="0" presId="urn:microsoft.com/office/officeart/2005/8/layout/list1"/>
    <dgm:cxn modelId="{D8843B07-8B5C-4CCC-8B8C-91B3ADBF245E}" type="presParOf" srcId="{8631425C-E180-43CB-A442-C71CB252AEC4}" destId="{58CAD052-499F-4F2C-AFBD-002CEA8BDD98}" srcOrd="13" destOrd="0" presId="urn:microsoft.com/office/officeart/2005/8/layout/list1"/>
    <dgm:cxn modelId="{9D39A38B-DA33-4954-961D-3D22683A1572}" type="presParOf" srcId="{8631425C-E180-43CB-A442-C71CB252AEC4}" destId="{DBD7CB8B-48B6-42E9-A79E-0E39C1B148D9}" srcOrd="14" destOrd="0" presId="urn:microsoft.com/office/officeart/2005/8/layout/list1"/>
    <dgm:cxn modelId="{349A418A-8B0D-47DB-B1F0-D0788B8AAD1B}" type="presParOf" srcId="{8631425C-E180-43CB-A442-C71CB252AEC4}" destId="{557A521D-D0F0-456C-AC6B-2DBB47E03352}" srcOrd="15" destOrd="0" presId="urn:microsoft.com/office/officeart/2005/8/layout/list1"/>
    <dgm:cxn modelId="{58EB182E-A4F2-404C-9634-E024080FCFAF}" type="presParOf" srcId="{8631425C-E180-43CB-A442-C71CB252AEC4}" destId="{33D9D26F-615F-4077-85CB-F688F07C1D49}" srcOrd="16" destOrd="0" presId="urn:microsoft.com/office/officeart/2005/8/layout/list1"/>
    <dgm:cxn modelId="{E1B34062-942B-4808-96FC-C139AE2101AB}" type="presParOf" srcId="{33D9D26F-615F-4077-85CB-F688F07C1D49}" destId="{F723B759-7CC7-43B0-AB8C-A92ACD212BC0}" srcOrd="0" destOrd="0" presId="urn:microsoft.com/office/officeart/2005/8/layout/list1"/>
    <dgm:cxn modelId="{849EF677-85CC-45EE-93CA-04A63EE31194}" type="presParOf" srcId="{33D9D26F-615F-4077-85CB-F688F07C1D49}" destId="{534DD899-CA51-43B0-AEEE-74FF22FF99ED}" srcOrd="1" destOrd="0" presId="urn:microsoft.com/office/officeart/2005/8/layout/list1"/>
    <dgm:cxn modelId="{216B6F44-D741-45F3-B84F-AC63B3AD1703}" type="presParOf" srcId="{8631425C-E180-43CB-A442-C71CB252AEC4}" destId="{BF0954EF-453C-46B1-9C3D-6EBD5572D9C2}" srcOrd="17" destOrd="0" presId="urn:microsoft.com/office/officeart/2005/8/layout/list1"/>
    <dgm:cxn modelId="{2E5AFC3B-251E-46B1-8A83-0658957B8098}" type="presParOf" srcId="{8631425C-E180-43CB-A442-C71CB252AEC4}" destId="{D71B731B-F76C-4FC5-A94E-87E22DEDCA30}" srcOrd="18" destOrd="0" presId="urn:microsoft.com/office/officeart/2005/8/layout/list1"/>
    <dgm:cxn modelId="{2B176EBC-15F1-4140-9D9F-65D754720834}" type="presParOf" srcId="{8631425C-E180-43CB-A442-C71CB252AEC4}" destId="{822888D3-482A-421A-8D35-0D59CBD2D0BB}" srcOrd="19" destOrd="0" presId="urn:microsoft.com/office/officeart/2005/8/layout/list1"/>
    <dgm:cxn modelId="{1D7249E1-E9E8-4382-B266-787A3C01A88E}" type="presParOf" srcId="{8631425C-E180-43CB-A442-C71CB252AEC4}" destId="{FC87E5F1-2964-4101-8D3E-028D6D376D73}" srcOrd="20" destOrd="0" presId="urn:microsoft.com/office/officeart/2005/8/layout/list1"/>
    <dgm:cxn modelId="{41648998-7D4B-4316-945B-F52204CC8095}" type="presParOf" srcId="{FC87E5F1-2964-4101-8D3E-028D6D376D73}" destId="{FBE6F4C5-14AE-41F4-B10E-7A0865C100F1}" srcOrd="0" destOrd="0" presId="urn:microsoft.com/office/officeart/2005/8/layout/list1"/>
    <dgm:cxn modelId="{C589B092-D1BF-4397-A9C3-D0BBFAAADA8C}" type="presParOf" srcId="{FC87E5F1-2964-4101-8D3E-028D6D376D73}" destId="{1AAA836B-8CAA-417F-AABB-B19D29AAD7EB}" srcOrd="1" destOrd="0" presId="urn:microsoft.com/office/officeart/2005/8/layout/list1"/>
    <dgm:cxn modelId="{8BC10CD9-8A9B-4BCF-B5B7-DCA3D6E7620F}" type="presParOf" srcId="{8631425C-E180-43CB-A442-C71CB252AEC4}" destId="{8CC122D3-2FCC-4DCA-AA6D-B0E130228A5B}" srcOrd="21" destOrd="0" presId="urn:microsoft.com/office/officeart/2005/8/layout/list1"/>
    <dgm:cxn modelId="{543CDD7F-6074-4F6B-BB4A-3BEB2084F625}" type="presParOf" srcId="{8631425C-E180-43CB-A442-C71CB252AEC4}" destId="{335D0F07-EA05-4AFE-A7DC-7F57FFD4252D}"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72895A-82BD-4E31-9187-688C61DBA44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BA06A9F-67C2-4088-919A-B7BE0879C26B}">
      <dgm:prSet/>
      <dgm:spPr/>
      <dgm:t>
        <a:bodyPr/>
        <a:lstStyle/>
        <a:p>
          <a:r>
            <a:rPr lang="en-US" b="1" i="0" baseline="0" dirty="0"/>
            <a:t>Definition of Communication:</a:t>
          </a:r>
          <a:endParaRPr lang="en-US" dirty="0"/>
        </a:p>
      </dgm:t>
    </dgm:pt>
    <dgm:pt modelId="{E0EF91C3-02A7-4065-9E6B-8F5DE5C47CE9}" type="parTrans" cxnId="{312BC59C-5A30-40E5-82FF-4E4FAEA5E598}">
      <dgm:prSet/>
      <dgm:spPr/>
      <dgm:t>
        <a:bodyPr/>
        <a:lstStyle/>
        <a:p>
          <a:endParaRPr lang="en-US"/>
        </a:p>
      </dgm:t>
    </dgm:pt>
    <dgm:pt modelId="{5A73B4F5-6B6C-46F1-B712-0747D08960A5}" type="sibTrans" cxnId="{312BC59C-5A30-40E5-82FF-4E4FAEA5E598}">
      <dgm:prSet/>
      <dgm:spPr/>
      <dgm:t>
        <a:bodyPr/>
        <a:lstStyle/>
        <a:p>
          <a:endParaRPr lang="en-US"/>
        </a:p>
      </dgm:t>
    </dgm:pt>
    <dgm:pt modelId="{7117BA1E-63F6-4E44-8A08-ECAA20D82D72}">
      <dgm:prSet/>
      <dgm:spPr/>
      <dgm:t>
        <a:bodyPr/>
        <a:lstStyle/>
        <a:p>
          <a:r>
            <a:rPr lang="en-US" b="0" i="0" baseline="0"/>
            <a:t>A two-way process where a message is sent and received.</a:t>
          </a:r>
          <a:endParaRPr lang="en-US"/>
        </a:p>
      </dgm:t>
    </dgm:pt>
    <dgm:pt modelId="{6806C027-AB58-45F2-A410-249A479AA061}" type="parTrans" cxnId="{97E1A0D0-DC6E-4308-9232-8CFF185DA0A3}">
      <dgm:prSet/>
      <dgm:spPr/>
      <dgm:t>
        <a:bodyPr/>
        <a:lstStyle/>
        <a:p>
          <a:endParaRPr lang="en-US"/>
        </a:p>
      </dgm:t>
    </dgm:pt>
    <dgm:pt modelId="{65D32E73-3EFA-4011-B0A4-9F89278CE4C1}" type="sibTrans" cxnId="{97E1A0D0-DC6E-4308-9232-8CFF185DA0A3}">
      <dgm:prSet/>
      <dgm:spPr/>
      <dgm:t>
        <a:bodyPr/>
        <a:lstStyle/>
        <a:p>
          <a:endParaRPr lang="en-US"/>
        </a:p>
      </dgm:t>
    </dgm:pt>
    <dgm:pt modelId="{7E924995-326C-4698-B30C-2AEE20E92165}">
      <dgm:prSet/>
      <dgm:spPr/>
      <dgm:t>
        <a:bodyPr/>
        <a:lstStyle/>
        <a:p>
          <a:r>
            <a:rPr lang="en-US" b="1" i="0" baseline="0"/>
            <a:t>Types of Communication:</a:t>
          </a:r>
          <a:endParaRPr lang="en-US"/>
        </a:p>
      </dgm:t>
    </dgm:pt>
    <dgm:pt modelId="{0E6957B9-82F9-4DE0-9C79-55B0B7DB2D26}" type="parTrans" cxnId="{882BB1C4-B6BC-4E2D-8494-27384FC5982E}">
      <dgm:prSet/>
      <dgm:spPr/>
      <dgm:t>
        <a:bodyPr/>
        <a:lstStyle/>
        <a:p>
          <a:endParaRPr lang="en-US"/>
        </a:p>
      </dgm:t>
    </dgm:pt>
    <dgm:pt modelId="{91B9BF81-8A6F-4F5F-B8DA-A1BC80473696}" type="sibTrans" cxnId="{882BB1C4-B6BC-4E2D-8494-27384FC5982E}">
      <dgm:prSet/>
      <dgm:spPr/>
      <dgm:t>
        <a:bodyPr/>
        <a:lstStyle/>
        <a:p>
          <a:endParaRPr lang="en-US"/>
        </a:p>
      </dgm:t>
    </dgm:pt>
    <dgm:pt modelId="{F419E284-E5F0-48F7-B749-18BA176945EA}">
      <dgm:prSet/>
      <dgm:spPr/>
      <dgm:t>
        <a:bodyPr/>
        <a:lstStyle/>
        <a:p>
          <a:r>
            <a:rPr lang="en-US" b="1" i="0" baseline="0"/>
            <a:t>Verbal:</a:t>
          </a:r>
          <a:r>
            <a:rPr lang="en-US" b="0" i="0" baseline="0"/>
            <a:t> Spoken or written words.</a:t>
          </a:r>
          <a:endParaRPr lang="en-US"/>
        </a:p>
      </dgm:t>
    </dgm:pt>
    <dgm:pt modelId="{A15907B2-65DF-4A1E-8C87-16B189D000F4}" type="parTrans" cxnId="{D230B8E0-6FB1-432B-8444-75168B84F992}">
      <dgm:prSet/>
      <dgm:spPr/>
      <dgm:t>
        <a:bodyPr/>
        <a:lstStyle/>
        <a:p>
          <a:endParaRPr lang="en-US"/>
        </a:p>
      </dgm:t>
    </dgm:pt>
    <dgm:pt modelId="{A0CECB2F-4D4E-404A-BA3E-A5ABFCD70F40}" type="sibTrans" cxnId="{D230B8E0-6FB1-432B-8444-75168B84F992}">
      <dgm:prSet/>
      <dgm:spPr/>
      <dgm:t>
        <a:bodyPr/>
        <a:lstStyle/>
        <a:p>
          <a:endParaRPr lang="en-US"/>
        </a:p>
      </dgm:t>
    </dgm:pt>
    <dgm:pt modelId="{92FBEA75-478D-471A-9252-A85A9D5D9996}">
      <dgm:prSet/>
      <dgm:spPr/>
      <dgm:t>
        <a:bodyPr/>
        <a:lstStyle/>
        <a:p>
          <a:r>
            <a:rPr lang="en-US" b="1" i="0" baseline="0"/>
            <a:t>Non-Verbal:</a:t>
          </a:r>
          <a:r>
            <a:rPr lang="en-US" b="0" i="0" baseline="0"/>
            <a:t> Body language, gestures, facial expressions, tone of voice.</a:t>
          </a:r>
          <a:endParaRPr lang="en-US"/>
        </a:p>
      </dgm:t>
    </dgm:pt>
    <dgm:pt modelId="{3C2FC05B-08CE-4A3B-A57D-A55F8088ED8C}" type="parTrans" cxnId="{11024E4C-E8E2-4EB5-A2FD-B0CF34BEE513}">
      <dgm:prSet/>
      <dgm:spPr/>
      <dgm:t>
        <a:bodyPr/>
        <a:lstStyle/>
        <a:p>
          <a:endParaRPr lang="en-US"/>
        </a:p>
      </dgm:t>
    </dgm:pt>
    <dgm:pt modelId="{C0071075-146C-48AA-80FA-19613C085FA9}" type="sibTrans" cxnId="{11024E4C-E8E2-4EB5-A2FD-B0CF34BEE513}">
      <dgm:prSet/>
      <dgm:spPr/>
      <dgm:t>
        <a:bodyPr/>
        <a:lstStyle/>
        <a:p>
          <a:endParaRPr lang="en-US"/>
        </a:p>
      </dgm:t>
    </dgm:pt>
    <dgm:pt modelId="{EE536E74-8E74-49B9-9FE6-3A1DCB4F0567}">
      <dgm:prSet/>
      <dgm:spPr/>
      <dgm:t>
        <a:bodyPr/>
        <a:lstStyle/>
        <a:p>
          <a:r>
            <a:rPr lang="en-US" b="1" i="0" baseline="0"/>
            <a:t>Activity:</a:t>
          </a:r>
          <a:endParaRPr lang="en-US"/>
        </a:p>
      </dgm:t>
    </dgm:pt>
    <dgm:pt modelId="{5739FC2F-907E-4C32-BEBF-730DD603195B}" type="parTrans" cxnId="{C3C42C24-F0B6-4A70-9039-60AEA9E306DF}">
      <dgm:prSet/>
      <dgm:spPr/>
      <dgm:t>
        <a:bodyPr/>
        <a:lstStyle/>
        <a:p>
          <a:endParaRPr lang="en-US"/>
        </a:p>
      </dgm:t>
    </dgm:pt>
    <dgm:pt modelId="{12699A4B-21CD-4852-971C-D0630C62DBD4}" type="sibTrans" cxnId="{C3C42C24-F0B6-4A70-9039-60AEA9E306DF}">
      <dgm:prSet/>
      <dgm:spPr/>
      <dgm:t>
        <a:bodyPr/>
        <a:lstStyle/>
        <a:p>
          <a:endParaRPr lang="en-US"/>
        </a:p>
      </dgm:t>
    </dgm:pt>
    <dgm:pt modelId="{C9600E3D-3D08-4B08-9553-084CD6B34C0F}">
      <dgm:prSet/>
      <dgm:spPr/>
      <dgm:t>
        <a:bodyPr/>
        <a:lstStyle/>
        <a:p>
          <a:r>
            <a:rPr lang="en-US"/>
            <a:t>Please r</a:t>
          </a:r>
          <a:r>
            <a:rPr lang="en-US" b="0" i="0" baseline="0"/>
            <a:t>ate </a:t>
          </a:r>
          <a:r>
            <a:rPr lang="en-US"/>
            <a:t>yours</a:t>
          </a:r>
          <a:r>
            <a:rPr lang="en-US" b="0" i="0" baseline="0"/>
            <a:t>elves on verbal and non-verbal communication skills.</a:t>
          </a:r>
          <a:endParaRPr lang="en-US"/>
        </a:p>
      </dgm:t>
    </dgm:pt>
    <dgm:pt modelId="{DF2B5BC5-6EA7-4644-B4E9-86143A2DE33B}" type="parTrans" cxnId="{BB72A066-FFC0-4F1C-823D-BA2EB544397C}">
      <dgm:prSet/>
      <dgm:spPr/>
      <dgm:t>
        <a:bodyPr/>
        <a:lstStyle/>
        <a:p>
          <a:endParaRPr lang="en-US"/>
        </a:p>
      </dgm:t>
    </dgm:pt>
    <dgm:pt modelId="{BA7E6E53-78F3-4D51-B7BD-05F4FA402EEE}" type="sibTrans" cxnId="{BB72A066-FFC0-4F1C-823D-BA2EB544397C}">
      <dgm:prSet/>
      <dgm:spPr/>
      <dgm:t>
        <a:bodyPr/>
        <a:lstStyle/>
        <a:p>
          <a:endParaRPr lang="en-US"/>
        </a:p>
      </dgm:t>
    </dgm:pt>
    <dgm:pt modelId="{3B8B3171-A63D-4ED8-A379-138679EA078A}" type="pres">
      <dgm:prSet presAssocID="{0572895A-82BD-4E31-9187-688C61DBA44B}" presName="linear" presStyleCnt="0">
        <dgm:presLayoutVars>
          <dgm:animLvl val="lvl"/>
          <dgm:resizeHandles val="exact"/>
        </dgm:presLayoutVars>
      </dgm:prSet>
      <dgm:spPr/>
    </dgm:pt>
    <dgm:pt modelId="{99BACC50-A425-4BE0-8747-BD95D8F6B39F}" type="pres">
      <dgm:prSet presAssocID="{ABA06A9F-67C2-4088-919A-B7BE0879C26B}" presName="parentText" presStyleLbl="node1" presStyleIdx="0" presStyleCnt="3">
        <dgm:presLayoutVars>
          <dgm:chMax val="0"/>
          <dgm:bulletEnabled val="1"/>
        </dgm:presLayoutVars>
      </dgm:prSet>
      <dgm:spPr/>
    </dgm:pt>
    <dgm:pt modelId="{659EFE4F-82CD-43F3-B979-B8ECE18B1FB2}" type="pres">
      <dgm:prSet presAssocID="{ABA06A9F-67C2-4088-919A-B7BE0879C26B}" presName="childText" presStyleLbl="revTx" presStyleIdx="0" presStyleCnt="3">
        <dgm:presLayoutVars>
          <dgm:bulletEnabled val="1"/>
        </dgm:presLayoutVars>
      </dgm:prSet>
      <dgm:spPr/>
    </dgm:pt>
    <dgm:pt modelId="{FE59456C-AB6B-44D5-899C-A4BD0AD4F05D}" type="pres">
      <dgm:prSet presAssocID="{7E924995-326C-4698-B30C-2AEE20E92165}" presName="parentText" presStyleLbl="node1" presStyleIdx="1" presStyleCnt="3">
        <dgm:presLayoutVars>
          <dgm:chMax val="0"/>
          <dgm:bulletEnabled val="1"/>
        </dgm:presLayoutVars>
      </dgm:prSet>
      <dgm:spPr/>
    </dgm:pt>
    <dgm:pt modelId="{2BE436FA-238C-477A-9961-D8B3F8B062EE}" type="pres">
      <dgm:prSet presAssocID="{7E924995-326C-4698-B30C-2AEE20E92165}" presName="childText" presStyleLbl="revTx" presStyleIdx="1" presStyleCnt="3">
        <dgm:presLayoutVars>
          <dgm:bulletEnabled val="1"/>
        </dgm:presLayoutVars>
      </dgm:prSet>
      <dgm:spPr/>
    </dgm:pt>
    <dgm:pt modelId="{8C5699AC-FA45-46D3-A0EB-46D001A16486}" type="pres">
      <dgm:prSet presAssocID="{EE536E74-8E74-49B9-9FE6-3A1DCB4F0567}" presName="parentText" presStyleLbl="node1" presStyleIdx="2" presStyleCnt="3">
        <dgm:presLayoutVars>
          <dgm:chMax val="0"/>
          <dgm:bulletEnabled val="1"/>
        </dgm:presLayoutVars>
      </dgm:prSet>
      <dgm:spPr/>
    </dgm:pt>
    <dgm:pt modelId="{B5A80FFE-CA1E-4A6F-B1E2-D2A475A6CE5B}" type="pres">
      <dgm:prSet presAssocID="{EE536E74-8E74-49B9-9FE6-3A1DCB4F0567}" presName="childText" presStyleLbl="revTx" presStyleIdx="2" presStyleCnt="3">
        <dgm:presLayoutVars>
          <dgm:bulletEnabled val="1"/>
        </dgm:presLayoutVars>
      </dgm:prSet>
      <dgm:spPr/>
    </dgm:pt>
  </dgm:ptLst>
  <dgm:cxnLst>
    <dgm:cxn modelId="{C3C42C24-F0B6-4A70-9039-60AEA9E306DF}" srcId="{0572895A-82BD-4E31-9187-688C61DBA44B}" destId="{EE536E74-8E74-49B9-9FE6-3A1DCB4F0567}" srcOrd="2" destOrd="0" parTransId="{5739FC2F-907E-4C32-BEBF-730DD603195B}" sibTransId="{12699A4B-21CD-4852-971C-D0630C62DBD4}"/>
    <dgm:cxn modelId="{D7AEA85E-E3BF-4315-9D31-DDACB54E1273}" type="presOf" srcId="{92FBEA75-478D-471A-9252-A85A9D5D9996}" destId="{2BE436FA-238C-477A-9961-D8B3F8B062EE}" srcOrd="0" destOrd="1" presId="urn:microsoft.com/office/officeart/2005/8/layout/vList2"/>
    <dgm:cxn modelId="{BB72A066-FFC0-4F1C-823D-BA2EB544397C}" srcId="{EE536E74-8E74-49B9-9FE6-3A1DCB4F0567}" destId="{C9600E3D-3D08-4B08-9553-084CD6B34C0F}" srcOrd="0" destOrd="0" parTransId="{DF2B5BC5-6EA7-4644-B4E9-86143A2DE33B}" sibTransId="{BA7E6E53-78F3-4D51-B7BD-05F4FA402EEE}"/>
    <dgm:cxn modelId="{11024E4C-E8E2-4EB5-A2FD-B0CF34BEE513}" srcId="{7E924995-326C-4698-B30C-2AEE20E92165}" destId="{92FBEA75-478D-471A-9252-A85A9D5D9996}" srcOrd="1" destOrd="0" parTransId="{3C2FC05B-08CE-4A3B-A57D-A55F8088ED8C}" sibTransId="{C0071075-146C-48AA-80FA-19613C085FA9}"/>
    <dgm:cxn modelId="{F0D5A353-F871-44D4-9694-261C82D4A3AC}" type="presOf" srcId="{C9600E3D-3D08-4B08-9553-084CD6B34C0F}" destId="{B5A80FFE-CA1E-4A6F-B1E2-D2A475A6CE5B}" srcOrd="0" destOrd="0" presId="urn:microsoft.com/office/officeart/2005/8/layout/vList2"/>
    <dgm:cxn modelId="{2A8E0854-E44A-4893-8AB8-4A4374F75B97}" type="presOf" srcId="{F419E284-E5F0-48F7-B749-18BA176945EA}" destId="{2BE436FA-238C-477A-9961-D8B3F8B062EE}" srcOrd="0" destOrd="0" presId="urn:microsoft.com/office/officeart/2005/8/layout/vList2"/>
    <dgm:cxn modelId="{6B97857E-80A9-4695-815C-CD04C4708153}" type="presOf" srcId="{7E924995-326C-4698-B30C-2AEE20E92165}" destId="{FE59456C-AB6B-44D5-899C-A4BD0AD4F05D}" srcOrd="0" destOrd="0" presId="urn:microsoft.com/office/officeart/2005/8/layout/vList2"/>
    <dgm:cxn modelId="{A1FA6988-3927-4384-988C-13480A2D403C}" type="presOf" srcId="{7117BA1E-63F6-4E44-8A08-ECAA20D82D72}" destId="{659EFE4F-82CD-43F3-B979-B8ECE18B1FB2}" srcOrd="0" destOrd="0" presId="urn:microsoft.com/office/officeart/2005/8/layout/vList2"/>
    <dgm:cxn modelId="{312BC59C-5A30-40E5-82FF-4E4FAEA5E598}" srcId="{0572895A-82BD-4E31-9187-688C61DBA44B}" destId="{ABA06A9F-67C2-4088-919A-B7BE0879C26B}" srcOrd="0" destOrd="0" parTransId="{E0EF91C3-02A7-4065-9E6B-8F5DE5C47CE9}" sibTransId="{5A73B4F5-6B6C-46F1-B712-0747D08960A5}"/>
    <dgm:cxn modelId="{205FBCA7-25AC-4CB9-B52D-728932F4D2F8}" type="presOf" srcId="{EE536E74-8E74-49B9-9FE6-3A1DCB4F0567}" destId="{8C5699AC-FA45-46D3-A0EB-46D001A16486}" srcOrd="0" destOrd="0" presId="urn:microsoft.com/office/officeart/2005/8/layout/vList2"/>
    <dgm:cxn modelId="{882BB1C4-B6BC-4E2D-8494-27384FC5982E}" srcId="{0572895A-82BD-4E31-9187-688C61DBA44B}" destId="{7E924995-326C-4698-B30C-2AEE20E92165}" srcOrd="1" destOrd="0" parTransId="{0E6957B9-82F9-4DE0-9C79-55B0B7DB2D26}" sibTransId="{91B9BF81-8A6F-4F5F-B8DA-A1BC80473696}"/>
    <dgm:cxn modelId="{97E1A0D0-DC6E-4308-9232-8CFF185DA0A3}" srcId="{ABA06A9F-67C2-4088-919A-B7BE0879C26B}" destId="{7117BA1E-63F6-4E44-8A08-ECAA20D82D72}" srcOrd="0" destOrd="0" parTransId="{6806C027-AB58-45F2-A410-249A479AA061}" sibTransId="{65D32E73-3EFA-4011-B0A4-9F89278CE4C1}"/>
    <dgm:cxn modelId="{D230B8E0-6FB1-432B-8444-75168B84F992}" srcId="{7E924995-326C-4698-B30C-2AEE20E92165}" destId="{F419E284-E5F0-48F7-B749-18BA176945EA}" srcOrd="0" destOrd="0" parTransId="{A15907B2-65DF-4A1E-8C87-16B189D000F4}" sibTransId="{A0CECB2F-4D4E-404A-BA3E-A5ABFCD70F40}"/>
    <dgm:cxn modelId="{E6F033F8-309B-4C14-A3AD-927CE31A0D82}" type="presOf" srcId="{0572895A-82BD-4E31-9187-688C61DBA44B}" destId="{3B8B3171-A63D-4ED8-A379-138679EA078A}" srcOrd="0" destOrd="0" presId="urn:microsoft.com/office/officeart/2005/8/layout/vList2"/>
    <dgm:cxn modelId="{21EDF2FD-2D2C-4A2E-B1AC-991489A7AA02}" type="presOf" srcId="{ABA06A9F-67C2-4088-919A-B7BE0879C26B}" destId="{99BACC50-A425-4BE0-8747-BD95D8F6B39F}" srcOrd="0" destOrd="0" presId="urn:microsoft.com/office/officeart/2005/8/layout/vList2"/>
    <dgm:cxn modelId="{F9ECDEF3-FBB9-4EB9-AFA4-77F10CC88560}" type="presParOf" srcId="{3B8B3171-A63D-4ED8-A379-138679EA078A}" destId="{99BACC50-A425-4BE0-8747-BD95D8F6B39F}" srcOrd="0" destOrd="0" presId="urn:microsoft.com/office/officeart/2005/8/layout/vList2"/>
    <dgm:cxn modelId="{8058CA20-6BB3-440D-8D82-2748B24DD7C4}" type="presParOf" srcId="{3B8B3171-A63D-4ED8-A379-138679EA078A}" destId="{659EFE4F-82CD-43F3-B979-B8ECE18B1FB2}" srcOrd="1" destOrd="0" presId="urn:microsoft.com/office/officeart/2005/8/layout/vList2"/>
    <dgm:cxn modelId="{FE2D1C47-1805-438D-8D4E-1BCDFBF9A38C}" type="presParOf" srcId="{3B8B3171-A63D-4ED8-A379-138679EA078A}" destId="{FE59456C-AB6B-44D5-899C-A4BD0AD4F05D}" srcOrd="2" destOrd="0" presId="urn:microsoft.com/office/officeart/2005/8/layout/vList2"/>
    <dgm:cxn modelId="{3D062B3E-E5D4-4911-B55B-898D57CDE1D7}" type="presParOf" srcId="{3B8B3171-A63D-4ED8-A379-138679EA078A}" destId="{2BE436FA-238C-477A-9961-D8B3F8B062EE}" srcOrd="3" destOrd="0" presId="urn:microsoft.com/office/officeart/2005/8/layout/vList2"/>
    <dgm:cxn modelId="{752F64BA-688B-4AC9-902A-0913EE46D247}" type="presParOf" srcId="{3B8B3171-A63D-4ED8-A379-138679EA078A}" destId="{8C5699AC-FA45-46D3-A0EB-46D001A16486}" srcOrd="4" destOrd="0" presId="urn:microsoft.com/office/officeart/2005/8/layout/vList2"/>
    <dgm:cxn modelId="{7F6FD2B9-E88D-42F0-9EDE-7116EE837E87}" type="presParOf" srcId="{3B8B3171-A63D-4ED8-A379-138679EA078A}" destId="{B5A80FFE-CA1E-4A6F-B1E2-D2A475A6CE5B}"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C2C7566-D230-4B15-A18D-58290DEBE2F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087655E-88DC-4B39-A310-10812CE80150}">
      <dgm:prSet/>
      <dgm:spPr/>
      <dgm:t>
        <a:bodyPr/>
        <a:lstStyle/>
        <a:p>
          <a:r>
            <a:rPr lang="en-US" b="1"/>
            <a:t>Tone Influences Meaning</a:t>
          </a:r>
          <a:endParaRPr lang="en-US"/>
        </a:p>
      </dgm:t>
    </dgm:pt>
    <dgm:pt modelId="{154EBA4F-26E8-4670-977C-CF328BA5FA78}" type="parTrans" cxnId="{82C1B822-27C4-4423-9828-568405560388}">
      <dgm:prSet/>
      <dgm:spPr/>
      <dgm:t>
        <a:bodyPr/>
        <a:lstStyle/>
        <a:p>
          <a:endParaRPr lang="en-US"/>
        </a:p>
      </dgm:t>
    </dgm:pt>
    <dgm:pt modelId="{F5628E45-8432-40A4-99C6-587D0060830F}" type="sibTrans" cxnId="{82C1B822-27C4-4423-9828-568405560388}">
      <dgm:prSet/>
      <dgm:spPr/>
      <dgm:t>
        <a:bodyPr/>
        <a:lstStyle/>
        <a:p>
          <a:endParaRPr lang="en-US"/>
        </a:p>
      </dgm:t>
    </dgm:pt>
    <dgm:pt modelId="{1C379408-8973-4919-BB7D-F8F77028C392}">
      <dgm:prSet/>
      <dgm:spPr/>
      <dgm:t>
        <a:bodyPr/>
        <a:lstStyle/>
        <a:p>
          <a:r>
            <a:rPr lang="en-US" dirty="0"/>
            <a:t>Tone of voice conveys both words and emotions, shaping how messages are received.</a:t>
          </a:r>
        </a:p>
      </dgm:t>
    </dgm:pt>
    <dgm:pt modelId="{1E3463D6-D801-4B8F-9915-F2E3FE87CD15}" type="parTrans" cxnId="{349CFEBD-EEEA-4253-B48D-A080DAB45810}">
      <dgm:prSet/>
      <dgm:spPr/>
      <dgm:t>
        <a:bodyPr/>
        <a:lstStyle/>
        <a:p>
          <a:endParaRPr lang="en-US"/>
        </a:p>
      </dgm:t>
    </dgm:pt>
    <dgm:pt modelId="{D342E8A3-79BC-428B-B09F-A6FCF98AC228}" type="sibTrans" cxnId="{349CFEBD-EEEA-4253-B48D-A080DAB45810}">
      <dgm:prSet/>
      <dgm:spPr/>
      <dgm:t>
        <a:bodyPr/>
        <a:lstStyle/>
        <a:p>
          <a:endParaRPr lang="en-US"/>
        </a:p>
      </dgm:t>
    </dgm:pt>
    <dgm:pt modelId="{52067B1D-7815-4350-9EA1-1761FE956334}">
      <dgm:prSet/>
      <dgm:spPr/>
      <dgm:t>
        <a:bodyPr/>
        <a:lstStyle/>
        <a:p>
          <a:r>
            <a:rPr lang="en-US" dirty="0"/>
            <a:t>The same phrase can have different meanings depending on tone.</a:t>
          </a:r>
        </a:p>
      </dgm:t>
    </dgm:pt>
    <dgm:pt modelId="{E98AE827-DB13-42D2-A433-5292BEEE2C63}" type="parTrans" cxnId="{D37A14E3-DF30-4FC4-9C74-88E25196A7CC}">
      <dgm:prSet/>
      <dgm:spPr/>
      <dgm:t>
        <a:bodyPr/>
        <a:lstStyle/>
        <a:p>
          <a:endParaRPr lang="en-US"/>
        </a:p>
      </dgm:t>
    </dgm:pt>
    <dgm:pt modelId="{698B268A-33D8-43E3-8D6E-A26A0F5424A3}" type="sibTrans" cxnId="{D37A14E3-DF30-4FC4-9C74-88E25196A7CC}">
      <dgm:prSet/>
      <dgm:spPr/>
      <dgm:t>
        <a:bodyPr/>
        <a:lstStyle/>
        <a:p>
          <a:endParaRPr lang="en-US"/>
        </a:p>
      </dgm:t>
    </dgm:pt>
    <dgm:pt modelId="{224D5425-798D-48B6-9FB6-B26400C61B70}">
      <dgm:prSet/>
      <dgm:spPr/>
      <dgm:t>
        <a:bodyPr/>
        <a:lstStyle/>
        <a:p>
          <a:r>
            <a:rPr lang="en-US" dirty="0"/>
            <a:t>Understanding and controlling tone is key in personal and professional interactions.</a:t>
          </a:r>
        </a:p>
      </dgm:t>
    </dgm:pt>
    <dgm:pt modelId="{868AB696-FC26-407C-AEF5-B57442C95583}" type="parTrans" cxnId="{4FE4E92A-CF61-40F6-ADD9-9FCD64819CAB}">
      <dgm:prSet/>
      <dgm:spPr/>
      <dgm:t>
        <a:bodyPr/>
        <a:lstStyle/>
        <a:p>
          <a:endParaRPr lang="en-US"/>
        </a:p>
      </dgm:t>
    </dgm:pt>
    <dgm:pt modelId="{EBCDD21C-59DD-404C-8A38-D442DE09BAE3}" type="sibTrans" cxnId="{4FE4E92A-CF61-40F6-ADD9-9FCD64819CAB}">
      <dgm:prSet/>
      <dgm:spPr/>
      <dgm:t>
        <a:bodyPr/>
        <a:lstStyle/>
        <a:p>
          <a:endParaRPr lang="en-US"/>
        </a:p>
      </dgm:t>
    </dgm:pt>
    <dgm:pt modelId="{32173E20-7ECF-4C0D-8ED9-874BDAE6C460}">
      <dgm:prSet/>
      <dgm:spPr/>
      <dgm:t>
        <a:bodyPr/>
        <a:lstStyle/>
        <a:p>
          <a:r>
            <a:rPr lang="en-US" b="1"/>
            <a:t>Examples of Tone:</a:t>
          </a:r>
          <a:endParaRPr lang="en-US"/>
        </a:p>
      </dgm:t>
    </dgm:pt>
    <dgm:pt modelId="{8BEFCE7A-BAC2-49FB-B0A1-27061F253998}" type="parTrans" cxnId="{BB709B03-67A7-4ABC-BC45-14900F7068CB}">
      <dgm:prSet/>
      <dgm:spPr/>
      <dgm:t>
        <a:bodyPr/>
        <a:lstStyle/>
        <a:p>
          <a:endParaRPr lang="en-US"/>
        </a:p>
      </dgm:t>
    </dgm:pt>
    <dgm:pt modelId="{1ADBF9A3-E757-4574-BE63-EDBB96695587}" type="sibTrans" cxnId="{BB709B03-67A7-4ABC-BC45-14900F7068CB}">
      <dgm:prSet/>
      <dgm:spPr/>
      <dgm:t>
        <a:bodyPr/>
        <a:lstStyle/>
        <a:p>
          <a:endParaRPr lang="en-US"/>
        </a:p>
      </dgm:t>
    </dgm:pt>
    <dgm:pt modelId="{08862133-9499-4125-8A74-AFF1E5487194}">
      <dgm:prSet/>
      <dgm:spPr/>
      <dgm:t>
        <a:bodyPr/>
        <a:lstStyle/>
        <a:p>
          <a:r>
            <a:rPr lang="en-US" b="1"/>
            <a:t>Positive</a:t>
          </a:r>
          <a:r>
            <a:rPr lang="en-US"/>
            <a:t>: Uplifting, encouraging, and motivating.</a:t>
          </a:r>
        </a:p>
      </dgm:t>
    </dgm:pt>
    <dgm:pt modelId="{EB67BD57-DBC2-41DA-B907-EFA6DD3EFC68}" type="parTrans" cxnId="{03264356-713E-48CE-927B-EF59AC7F8144}">
      <dgm:prSet/>
      <dgm:spPr/>
      <dgm:t>
        <a:bodyPr/>
        <a:lstStyle/>
        <a:p>
          <a:endParaRPr lang="en-US"/>
        </a:p>
      </dgm:t>
    </dgm:pt>
    <dgm:pt modelId="{3C639DC4-9E12-4F30-A16A-2DC735B4378B}" type="sibTrans" cxnId="{03264356-713E-48CE-927B-EF59AC7F8144}">
      <dgm:prSet/>
      <dgm:spPr/>
      <dgm:t>
        <a:bodyPr/>
        <a:lstStyle/>
        <a:p>
          <a:endParaRPr lang="en-US"/>
        </a:p>
      </dgm:t>
    </dgm:pt>
    <dgm:pt modelId="{26BC2E61-A102-4C8A-BB52-F9C1147E1470}">
      <dgm:prSet/>
      <dgm:spPr/>
      <dgm:t>
        <a:bodyPr/>
        <a:lstStyle/>
        <a:p>
          <a:r>
            <a:rPr lang="en-IN"/>
            <a:t>Happiness, Excitement. Confidence</a:t>
          </a:r>
          <a:endParaRPr lang="en-US"/>
        </a:p>
      </dgm:t>
    </dgm:pt>
    <dgm:pt modelId="{F8729BC9-15EB-4998-8828-B42C09E97D5F}" type="parTrans" cxnId="{7C89A2D3-B90C-4191-A43E-393184A9314F}">
      <dgm:prSet/>
      <dgm:spPr/>
      <dgm:t>
        <a:bodyPr/>
        <a:lstStyle/>
        <a:p>
          <a:endParaRPr lang="en-US"/>
        </a:p>
      </dgm:t>
    </dgm:pt>
    <dgm:pt modelId="{D2A72611-35BD-409B-A2F2-E2799F5E7CFF}" type="sibTrans" cxnId="{7C89A2D3-B90C-4191-A43E-393184A9314F}">
      <dgm:prSet/>
      <dgm:spPr/>
      <dgm:t>
        <a:bodyPr/>
        <a:lstStyle/>
        <a:p>
          <a:endParaRPr lang="en-US"/>
        </a:p>
      </dgm:t>
    </dgm:pt>
    <dgm:pt modelId="{F524D92D-546C-4D8D-9DE8-DBA341CE2B6A}">
      <dgm:prSet/>
      <dgm:spPr/>
      <dgm:t>
        <a:bodyPr/>
        <a:lstStyle/>
        <a:p>
          <a:r>
            <a:rPr lang="en-US" b="1"/>
            <a:t>Negative</a:t>
          </a:r>
          <a:r>
            <a:rPr lang="en-US"/>
            <a:t>: Sharp, frustrated, or dismissive.</a:t>
          </a:r>
        </a:p>
      </dgm:t>
    </dgm:pt>
    <dgm:pt modelId="{131F6E4F-FFB2-4510-BFA4-9BB3047E850C}" type="parTrans" cxnId="{BFED2DBE-A22C-4416-80F0-C15A43B71653}">
      <dgm:prSet/>
      <dgm:spPr/>
      <dgm:t>
        <a:bodyPr/>
        <a:lstStyle/>
        <a:p>
          <a:endParaRPr lang="en-US"/>
        </a:p>
      </dgm:t>
    </dgm:pt>
    <dgm:pt modelId="{76B0088D-4B1E-434D-85E9-36DA464B3FD8}" type="sibTrans" cxnId="{BFED2DBE-A22C-4416-80F0-C15A43B71653}">
      <dgm:prSet/>
      <dgm:spPr/>
      <dgm:t>
        <a:bodyPr/>
        <a:lstStyle/>
        <a:p>
          <a:endParaRPr lang="en-US"/>
        </a:p>
      </dgm:t>
    </dgm:pt>
    <dgm:pt modelId="{E3237874-2FF2-442C-9C6E-EFF663944E73}">
      <dgm:prSet/>
      <dgm:spPr/>
      <dgm:t>
        <a:bodyPr/>
        <a:lstStyle/>
        <a:p>
          <a:r>
            <a:rPr lang="en-IN"/>
            <a:t>Anger, Fear, Sadness</a:t>
          </a:r>
          <a:endParaRPr lang="en-US"/>
        </a:p>
      </dgm:t>
    </dgm:pt>
    <dgm:pt modelId="{2FDEDD68-5597-4CA8-B778-C47A41F386EF}" type="parTrans" cxnId="{E33911BD-0C4F-4941-AD9F-5D20E586CE40}">
      <dgm:prSet/>
      <dgm:spPr/>
      <dgm:t>
        <a:bodyPr/>
        <a:lstStyle/>
        <a:p>
          <a:endParaRPr lang="en-US"/>
        </a:p>
      </dgm:t>
    </dgm:pt>
    <dgm:pt modelId="{25BE38CB-DBB5-493E-87F1-85C97F698B9C}" type="sibTrans" cxnId="{E33911BD-0C4F-4941-AD9F-5D20E586CE40}">
      <dgm:prSet/>
      <dgm:spPr/>
      <dgm:t>
        <a:bodyPr/>
        <a:lstStyle/>
        <a:p>
          <a:endParaRPr lang="en-US"/>
        </a:p>
      </dgm:t>
    </dgm:pt>
    <dgm:pt modelId="{AAE28491-5324-42D0-89B4-5CF2E5475BBC}">
      <dgm:prSet/>
      <dgm:spPr/>
      <dgm:t>
        <a:bodyPr/>
        <a:lstStyle/>
        <a:p>
          <a:r>
            <a:rPr lang="en-US" b="1"/>
            <a:t>Neutral</a:t>
          </a:r>
          <a:r>
            <a:rPr lang="en-US"/>
            <a:t>: Balanced, steady, without strong emotion.</a:t>
          </a:r>
        </a:p>
      </dgm:t>
    </dgm:pt>
    <dgm:pt modelId="{DDB33DCA-784A-4608-8FF5-53DC2FF1F0B0}" type="parTrans" cxnId="{306E7D70-FE7F-43AA-8957-6AD350111278}">
      <dgm:prSet/>
      <dgm:spPr/>
      <dgm:t>
        <a:bodyPr/>
        <a:lstStyle/>
        <a:p>
          <a:endParaRPr lang="en-US"/>
        </a:p>
      </dgm:t>
    </dgm:pt>
    <dgm:pt modelId="{0D46CF71-EB98-4307-A6BC-F3087B98C3A6}" type="sibTrans" cxnId="{306E7D70-FE7F-43AA-8957-6AD350111278}">
      <dgm:prSet/>
      <dgm:spPr/>
      <dgm:t>
        <a:bodyPr/>
        <a:lstStyle/>
        <a:p>
          <a:endParaRPr lang="en-US"/>
        </a:p>
      </dgm:t>
    </dgm:pt>
    <dgm:pt modelId="{6378B6FB-9D08-495B-817E-5404F0C2DD34}">
      <dgm:prSet/>
      <dgm:spPr/>
      <dgm:t>
        <a:bodyPr/>
        <a:lstStyle/>
        <a:p>
          <a:r>
            <a:rPr lang="en-IN"/>
            <a:t>Boredom, Curiosity, Surprise</a:t>
          </a:r>
          <a:endParaRPr lang="en-US"/>
        </a:p>
      </dgm:t>
    </dgm:pt>
    <dgm:pt modelId="{41CF5972-3EE6-41EF-A826-1508796F3CF0}" type="parTrans" cxnId="{C7009CFF-95E2-43A2-89EE-942EF2E5754C}">
      <dgm:prSet/>
      <dgm:spPr/>
      <dgm:t>
        <a:bodyPr/>
        <a:lstStyle/>
        <a:p>
          <a:endParaRPr lang="en-US"/>
        </a:p>
      </dgm:t>
    </dgm:pt>
    <dgm:pt modelId="{AE68419F-D075-41D2-8E5D-C5F4C21FBA7E}" type="sibTrans" cxnId="{C7009CFF-95E2-43A2-89EE-942EF2E5754C}">
      <dgm:prSet/>
      <dgm:spPr/>
      <dgm:t>
        <a:bodyPr/>
        <a:lstStyle/>
        <a:p>
          <a:endParaRPr lang="en-US"/>
        </a:p>
      </dgm:t>
    </dgm:pt>
    <dgm:pt modelId="{0A9BB576-06F1-4340-84CE-0C0991F11C3E}" type="pres">
      <dgm:prSet presAssocID="{BC2C7566-D230-4B15-A18D-58290DEBE2FD}" presName="linear" presStyleCnt="0">
        <dgm:presLayoutVars>
          <dgm:animLvl val="lvl"/>
          <dgm:resizeHandles val="exact"/>
        </dgm:presLayoutVars>
      </dgm:prSet>
      <dgm:spPr/>
    </dgm:pt>
    <dgm:pt modelId="{451DD62F-B5AE-4649-80AD-DAC8F20D1F2E}" type="pres">
      <dgm:prSet presAssocID="{A087655E-88DC-4B39-A310-10812CE80150}" presName="parentText" presStyleLbl="node1" presStyleIdx="0" presStyleCnt="2">
        <dgm:presLayoutVars>
          <dgm:chMax val="0"/>
          <dgm:bulletEnabled val="1"/>
        </dgm:presLayoutVars>
      </dgm:prSet>
      <dgm:spPr/>
    </dgm:pt>
    <dgm:pt modelId="{98B42A01-9685-4ECF-BE01-59CD8FE13F40}" type="pres">
      <dgm:prSet presAssocID="{A087655E-88DC-4B39-A310-10812CE80150}" presName="childText" presStyleLbl="revTx" presStyleIdx="0" presStyleCnt="2">
        <dgm:presLayoutVars>
          <dgm:bulletEnabled val="1"/>
        </dgm:presLayoutVars>
      </dgm:prSet>
      <dgm:spPr/>
    </dgm:pt>
    <dgm:pt modelId="{4DFFD217-E977-473A-BB1A-538EF7C6A9F5}" type="pres">
      <dgm:prSet presAssocID="{32173E20-7ECF-4C0D-8ED9-874BDAE6C460}" presName="parentText" presStyleLbl="node1" presStyleIdx="1" presStyleCnt="2">
        <dgm:presLayoutVars>
          <dgm:chMax val="0"/>
          <dgm:bulletEnabled val="1"/>
        </dgm:presLayoutVars>
      </dgm:prSet>
      <dgm:spPr/>
    </dgm:pt>
    <dgm:pt modelId="{CD4FD7EB-2300-4CB2-9DA7-32C3E9A8082D}" type="pres">
      <dgm:prSet presAssocID="{32173E20-7ECF-4C0D-8ED9-874BDAE6C460}" presName="childText" presStyleLbl="revTx" presStyleIdx="1" presStyleCnt="2">
        <dgm:presLayoutVars>
          <dgm:bulletEnabled val="1"/>
        </dgm:presLayoutVars>
      </dgm:prSet>
      <dgm:spPr/>
    </dgm:pt>
  </dgm:ptLst>
  <dgm:cxnLst>
    <dgm:cxn modelId="{BB709B03-67A7-4ABC-BC45-14900F7068CB}" srcId="{BC2C7566-D230-4B15-A18D-58290DEBE2FD}" destId="{32173E20-7ECF-4C0D-8ED9-874BDAE6C460}" srcOrd="1" destOrd="0" parTransId="{8BEFCE7A-BAC2-49FB-B0A1-27061F253998}" sibTransId="{1ADBF9A3-E757-4574-BE63-EDBB96695587}"/>
    <dgm:cxn modelId="{A5FBEF0C-31A7-4CBA-B99A-B5B578F4A149}" type="presOf" srcId="{AAE28491-5324-42D0-89B4-5CF2E5475BBC}" destId="{CD4FD7EB-2300-4CB2-9DA7-32C3E9A8082D}" srcOrd="0" destOrd="4" presId="urn:microsoft.com/office/officeart/2005/8/layout/vList2"/>
    <dgm:cxn modelId="{3B106921-72B3-45CD-A921-6547B0E9FE61}" type="presOf" srcId="{224D5425-798D-48B6-9FB6-B26400C61B70}" destId="{98B42A01-9685-4ECF-BE01-59CD8FE13F40}" srcOrd="0" destOrd="2" presId="urn:microsoft.com/office/officeart/2005/8/layout/vList2"/>
    <dgm:cxn modelId="{82C1B822-27C4-4423-9828-568405560388}" srcId="{BC2C7566-D230-4B15-A18D-58290DEBE2FD}" destId="{A087655E-88DC-4B39-A310-10812CE80150}" srcOrd="0" destOrd="0" parTransId="{154EBA4F-26E8-4670-977C-CF328BA5FA78}" sibTransId="{F5628E45-8432-40A4-99C6-587D0060830F}"/>
    <dgm:cxn modelId="{4FE4E92A-CF61-40F6-ADD9-9FCD64819CAB}" srcId="{A087655E-88DC-4B39-A310-10812CE80150}" destId="{224D5425-798D-48B6-9FB6-B26400C61B70}" srcOrd="2" destOrd="0" parTransId="{868AB696-FC26-407C-AEF5-B57442C95583}" sibTransId="{EBCDD21C-59DD-404C-8A38-D442DE09BAE3}"/>
    <dgm:cxn modelId="{C6A00E6C-6877-482A-ABF2-4E90409B64D8}" type="presOf" srcId="{A087655E-88DC-4B39-A310-10812CE80150}" destId="{451DD62F-B5AE-4649-80AD-DAC8F20D1F2E}" srcOrd="0" destOrd="0" presId="urn:microsoft.com/office/officeart/2005/8/layout/vList2"/>
    <dgm:cxn modelId="{0DA25970-DE7A-4DB4-8B6F-042DFFE7DD61}" type="presOf" srcId="{BC2C7566-D230-4B15-A18D-58290DEBE2FD}" destId="{0A9BB576-06F1-4340-84CE-0C0991F11C3E}" srcOrd="0" destOrd="0" presId="urn:microsoft.com/office/officeart/2005/8/layout/vList2"/>
    <dgm:cxn modelId="{306E7D70-FE7F-43AA-8957-6AD350111278}" srcId="{32173E20-7ECF-4C0D-8ED9-874BDAE6C460}" destId="{AAE28491-5324-42D0-89B4-5CF2E5475BBC}" srcOrd="2" destOrd="0" parTransId="{DDB33DCA-784A-4608-8FF5-53DC2FF1F0B0}" sibTransId="{0D46CF71-EB98-4307-A6BC-F3087B98C3A6}"/>
    <dgm:cxn modelId="{03264356-713E-48CE-927B-EF59AC7F8144}" srcId="{32173E20-7ECF-4C0D-8ED9-874BDAE6C460}" destId="{08862133-9499-4125-8A74-AFF1E5487194}" srcOrd="0" destOrd="0" parTransId="{EB67BD57-DBC2-41DA-B907-EFA6DD3EFC68}" sibTransId="{3C639DC4-9E12-4F30-A16A-2DC735B4378B}"/>
    <dgm:cxn modelId="{E33911BD-0C4F-4941-AD9F-5D20E586CE40}" srcId="{F524D92D-546C-4D8D-9DE8-DBA341CE2B6A}" destId="{E3237874-2FF2-442C-9C6E-EFF663944E73}" srcOrd="0" destOrd="0" parTransId="{2FDEDD68-5597-4CA8-B778-C47A41F386EF}" sibTransId="{25BE38CB-DBB5-493E-87F1-85C97F698B9C}"/>
    <dgm:cxn modelId="{349CFEBD-EEEA-4253-B48D-A080DAB45810}" srcId="{A087655E-88DC-4B39-A310-10812CE80150}" destId="{1C379408-8973-4919-BB7D-F8F77028C392}" srcOrd="0" destOrd="0" parTransId="{1E3463D6-D801-4B8F-9915-F2E3FE87CD15}" sibTransId="{D342E8A3-79BC-428B-B09F-A6FCF98AC228}"/>
    <dgm:cxn modelId="{BFED2DBE-A22C-4416-80F0-C15A43B71653}" srcId="{32173E20-7ECF-4C0D-8ED9-874BDAE6C460}" destId="{F524D92D-546C-4D8D-9DE8-DBA341CE2B6A}" srcOrd="1" destOrd="0" parTransId="{131F6E4F-FFB2-4510-BFA4-9BB3047E850C}" sibTransId="{76B0088D-4B1E-434D-85E9-36DA464B3FD8}"/>
    <dgm:cxn modelId="{E84828BF-F3BE-48BC-BB59-1CA4D762D4F7}" type="presOf" srcId="{32173E20-7ECF-4C0D-8ED9-874BDAE6C460}" destId="{4DFFD217-E977-473A-BB1A-538EF7C6A9F5}" srcOrd="0" destOrd="0" presId="urn:microsoft.com/office/officeart/2005/8/layout/vList2"/>
    <dgm:cxn modelId="{EAAD79C5-07BF-46E7-92A6-2FA92916FE5B}" type="presOf" srcId="{52067B1D-7815-4350-9EA1-1761FE956334}" destId="{98B42A01-9685-4ECF-BE01-59CD8FE13F40}" srcOrd="0" destOrd="1" presId="urn:microsoft.com/office/officeart/2005/8/layout/vList2"/>
    <dgm:cxn modelId="{7C89A2D3-B90C-4191-A43E-393184A9314F}" srcId="{08862133-9499-4125-8A74-AFF1E5487194}" destId="{26BC2E61-A102-4C8A-BB52-F9C1147E1470}" srcOrd="0" destOrd="0" parTransId="{F8729BC9-15EB-4998-8828-B42C09E97D5F}" sibTransId="{D2A72611-35BD-409B-A2F2-E2799F5E7CFF}"/>
    <dgm:cxn modelId="{317F53DD-5888-4A97-9E3D-C7A46ABD93D4}" type="presOf" srcId="{08862133-9499-4125-8A74-AFF1E5487194}" destId="{CD4FD7EB-2300-4CB2-9DA7-32C3E9A8082D}" srcOrd="0" destOrd="0" presId="urn:microsoft.com/office/officeart/2005/8/layout/vList2"/>
    <dgm:cxn modelId="{D37A14E3-DF30-4FC4-9C74-88E25196A7CC}" srcId="{A087655E-88DC-4B39-A310-10812CE80150}" destId="{52067B1D-7815-4350-9EA1-1761FE956334}" srcOrd="1" destOrd="0" parTransId="{E98AE827-DB13-42D2-A433-5292BEEE2C63}" sibTransId="{698B268A-33D8-43E3-8D6E-A26A0F5424A3}"/>
    <dgm:cxn modelId="{9A720BE8-2254-44A7-AE58-C06D6F6BD51D}" type="presOf" srcId="{6378B6FB-9D08-495B-817E-5404F0C2DD34}" destId="{CD4FD7EB-2300-4CB2-9DA7-32C3E9A8082D}" srcOrd="0" destOrd="5" presId="urn:microsoft.com/office/officeart/2005/8/layout/vList2"/>
    <dgm:cxn modelId="{86E601F1-FE58-47AA-8A37-A8706FC3AC0A}" type="presOf" srcId="{1C379408-8973-4919-BB7D-F8F77028C392}" destId="{98B42A01-9685-4ECF-BE01-59CD8FE13F40}" srcOrd="0" destOrd="0" presId="urn:microsoft.com/office/officeart/2005/8/layout/vList2"/>
    <dgm:cxn modelId="{CBB13CF5-16F6-4427-AB2C-4B5E17882D7E}" type="presOf" srcId="{E3237874-2FF2-442C-9C6E-EFF663944E73}" destId="{CD4FD7EB-2300-4CB2-9DA7-32C3E9A8082D}" srcOrd="0" destOrd="3" presId="urn:microsoft.com/office/officeart/2005/8/layout/vList2"/>
    <dgm:cxn modelId="{BF6841F6-4A81-466D-ACD0-B93C5EAC0E36}" type="presOf" srcId="{F524D92D-546C-4D8D-9DE8-DBA341CE2B6A}" destId="{CD4FD7EB-2300-4CB2-9DA7-32C3E9A8082D}" srcOrd="0" destOrd="2" presId="urn:microsoft.com/office/officeart/2005/8/layout/vList2"/>
    <dgm:cxn modelId="{2FC1FEF9-B11A-4EB5-881C-59649B8D6C71}" type="presOf" srcId="{26BC2E61-A102-4C8A-BB52-F9C1147E1470}" destId="{CD4FD7EB-2300-4CB2-9DA7-32C3E9A8082D}" srcOrd="0" destOrd="1" presId="urn:microsoft.com/office/officeart/2005/8/layout/vList2"/>
    <dgm:cxn modelId="{C7009CFF-95E2-43A2-89EE-942EF2E5754C}" srcId="{AAE28491-5324-42D0-89B4-5CF2E5475BBC}" destId="{6378B6FB-9D08-495B-817E-5404F0C2DD34}" srcOrd="0" destOrd="0" parTransId="{41CF5972-3EE6-41EF-A826-1508796F3CF0}" sibTransId="{AE68419F-D075-41D2-8E5D-C5F4C21FBA7E}"/>
    <dgm:cxn modelId="{E465FBA7-67C7-4F86-9D66-2977ABB80625}" type="presParOf" srcId="{0A9BB576-06F1-4340-84CE-0C0991F11C3E}" destId="{451DD62F-B5AE-4649-80AD-DAC8F20D1F2E}" srcOrd="0" destOrd="0" presId="urn:microsoft.com/office/officeart/2005/8/layout/vList2"/>
    <dgm:cxn modelId="{48A12A28-1585-4E9E-B22A-855EF9046925}" type="presParOf" srcId="{0A9BB576-06F1-4340-84CE-0C0991F11C3E}" destId="{98B42A01-9685-4ECF-BE01-59CD8FE13F40}" srcOrd="1" destOrd="0" presId="urn:microsoft.com/office/officeart/2005/8/layout/vList2"/>
    <dgm:cxn modelId="{D7A96FE7-66BF-439F-9A99-E10112770A46}" type="presParOf" srcId="{0A9BB576-06F1-4340-84CE-0C0991F11C3E}" destId="{4DFFD217-E977-473A-BB1A-538EF7C6A9F5}" srcOrd="2" destOrd="0" presId="urn:microsoft.com/office/officeart/2005/8/layout/vList2"/>
    <dgm:cxn modelId="{70E12CB9-4371-4262-B3BE-37A351900630}" type="presParOf" srcId="{0A9BB576-06F1-4340-84CE-0C0991F11C3E}" destId="{CD4FD7EB-2300-4CB2-9DA7-32C3E9A8082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965C48-DF4D-49E7-ADE0-8A94D2EB59FC}">
      <dsp:nvSpPr>
        <dsp:cNvPr id="0" name=""/>
        <dsp:cNvSpPr/>
      </dsp:nvSpPr>
      <dsp:spPr>
        <a:xfrm>
          <a:off x="0" y="1184899"/>
          <a:ext cx="6666833" cy="32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D617CC5-A487-4BED-9F53-911DA77C8CD4}">
      <dsp:nvSpPr>
        <dsp:cNvPr id="0" name=""/>
        <dsp:cNvSpPr/>
      </dsp:nvSpPr>
      <dsp:spPr>
        <a:xfrm>
          <a:off x="333341" y="993019"/>
          <a:ext cx="4666783" cy="3837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i="0" kern="1200" baseline="0"/>
            <a:t>Introduction to Communication (10 min)</a:t>
          </a:r>
          <a:endParaRPr lang="en-US" sz="1300" kern="1200"/>
        </a:p>
      </dsp:txBody>
      <dsp:txXfrm>
        <a:off x="352075" y="1011753"/>
        <a:ext cx="4629315" cy="346292"/>
      </dsp:txXfrm>
    </dsp:sp>
    <dsp:sp modelId="{C247B6EA-392C-4C2A-8C51-F798846520C7}">
      <dsp:nvSpPr>
        <dsp:cNvPr id="0" name=""/>
        <dsp:cNvSpPr/>
      </dsp:nvSpPr>
      <dsp:spPr>
        <a:xfrm>
          <a:off x="0" y="1774579"/>
          <a:ext cx="6666833" cy="3276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E702737-81F1-49D6-99BF-2BC3BB0D099E}">
      <dsp:nvSpPr>
        <dsp:cNvPr id="0" name=""/>
        <dsp:cNvSpPr/>
      </dsp:nvSpPr>
      <dsp:spPr>
        <a:xfrm>
          <a:off x="333341" y="1582699"/>
          <a:ext cx="4666783" cy="38376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i="0" kern="1200" baseline="0"/>
            <a:t>Verbal Communication Mastery (30 min)</a:t>
          </a:r>
          <a:endParaRPr lang="en-US" sz="1300" kern="1200"/>
        </a:p>
      </dsp:txBody>
      <dsp:txXfrm>
        <a:off x="352075" y="1601433"/>
        <a:ext cx="4629315" cy="346292"/>
      </dsp:txXfrm>
    </dsp:sp>
    <dsp:sp modelId="{1258DFCD-537B-4EE3-A5DD-03E3DAD10B7D}">
      <dsp:nvSpPr>
        <dsp:cNvPr id="0" name=""/>
        <dsp:cNvSpPr/>
      </dsp:nvSpPr>
      <dsp:spPr>
        <a:xfrm>
          <a:off x="0" y="2364259"/>
          <a:ext cx="6666833" cy="3276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89699FBF-7C50-4068-97C5-6CD3EEC542C6}">
      <dsp:nvSpPr>
        <dsp:cNvPr id="0" name=""/>
        <dsp:cNvSpPr/>
      </dsp:nvSpPr>
      <dsp:spPr>
        <a:xfrm>
          <a:off x="333341" y="2172380"/>
          <a:ext cx="4666783" cy="38376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i="0" kern="1200" baseline="0"/>
            <a:t>Non-Verbal Communication Mastery (40 min)</a:t>
          </a:r>
          <a:endParaRPr lang="en-US" sz="1300" kern="1200"/>
        </a:p>
      </dsp:txBody>
      <dsp:txXfrm>
        <a:off x="352075" y="2191114"/>
        <a:ext cx="4629315" cy="346292"/>
      </dsp:txXfrm>
    </dsp:sp>
    <dsp:sp modelId="{DBD7CB8B-48B6-42E9-A79E-0E39C1B148D9}">
      <dsp:nvSpPr>
        <dsp:cNvPr id="0" name=""/>
        <dsp:cNvSpPr/>
      </dsp:nvSpPr>
      <dsp:spPr>
        <a:xfrm>
          <a:off x="0" y="2953940"/>
          <a:ext cx="6666833" cy="327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E0E6BB9-0154-4CA3-92C7-9B54042DE340}">
      <dsp:nvSpPr>
        <dsp:cNvPr id="0" name=""/>
        <dsp:cNvSpPr/>
      </dsp:nvSpPr>
      <dsp:spPr>
        <a:xfrm>
          <a:off x="333341" y="2762060"/>
          <a:ext cx="4666783" cy="3837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i="0" kern="1200" baseline="0"/>
            <a:t>Integrating Verbal &amp; Non-Verbal Communication (25 min)</a:t>
          </a:r>
          <a:endParaRPr lang="en-US" sz="1300" kern="1200"/>
        </a:p>
      </dsp:txBody>
      <dsp:txXfrm>
        <a:off x="352075" y="2780794"/>
        <a:ext cx="4629315" cy="346292"/>
      </dsp:txXfrm>
    </dsp:sp>
    <dsp:sp modelId="{D71B731B-F76C-4FC5-A94E-87E22DEDCA30}">
      <dsp:nvSpPr>
        <dsp:cNvPr id="0" name=""/>
        <dsp:cNvSpPr/>
      </dsp:nvSpPr>
      <dsp:spPr>
        <a:xfrm>
          <a:off x="0" y="3543620"/>
          <a:ext cx="6666833" cy="3276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34DD899-CA51-43B0-AEEE-74FF22FF99ED}">
      <dsp:nvSpPr>
        <dsp:cNvPr id="0" name=""/>
        <dsp:cNvSpPr/>
      </dsp:nvSpPr>
      <dsp:spPr>
        <a:xfrm>
          <a:off x="333341" y="3351740"/>
          <a:ext cx="4666783" cy="38376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i="0" kern="1200" baseline="0"/>
            <a:t>Practical Application &amp; Role-Play (15 min)</a:t>
          </a:r>
          <a:endParaRPr lang="en-US" sz="1300" kern="1200"/>
        </a:p>
      </dsp:txBody>
      <dsp:txXfrm>
        <a:off x="352075" y="3370474"/>
        <a:ext cx="4629315" cy="346292"/>
      </dsp:txXfrm>
    </dsp:sp>
    <dsp:sp modelId="{335D0F07-EA05-4AFE-A7DC-7F57FFD4252D}">
      <dsp:nvSpPr>
        <dsp:cNvPr id="0" name=""/>
        <dsp:cNvSpPr/>
      </dsp:nvSpPr>
      <dsp:spPr>
        <a:xfrm>
          <a:off x="0" y="4133300"/>
          <a:ext cx="6666833" cy="32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AAA836B-8CAA-417F-AABB-B19D29AAD7EB}">
      <dsp:nvSpPr>
        <dsp:cNvPr id="0" name=""/>
        <dsp:cNvSpPr/>
      </dsp:nvSpPr>
      <dsp:spPr>
        <a:xfrm>
          <a:off x="333341" y="3941420"/>
          <a:ext cx="4666783" cy="3837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b="1" i="0" kern="1200" baseline="0"/>
            <a:t>Q&amp;A and Conclusion (10 min)</a:t>
          </a:r>
          <a:r>
            <a:rPr lang="en-US" sz="1300" b="0" i="0" kern="1200" baseline="0"/>
            <a:t> </a:t>
          </a:r>
          <a:endParaRPr lang="en-US" sz="1300" kern="1200"/>
        </a:p>
      </dsp:txBody>
      <dsp:txXfrm>
        <a:off x="352075" y="3960154"/>
        <a:ext cx="4629315"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BACC50-A425-4BE0-8747-BD95D8F6B39F}">
      <dsp:nvSpPr>
        <dsp:cNvPr id="0" name=""/>
        <dsp:cNvSpPr/>
      </dsp:nvSpPr>
      <dsp:spPr>
        <a:xfrm>
          <a:off x="0" y="316291"/>
          <a:ext cx="4212771" cy="5651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dirty="0"/>
            <a:t>Definition of Communication:</a:t>
          </a:r>
          <a:endParaRPr lang="en-US" sz="2300" kern="1200" dirty="0"/>
        </a:p>
      </dsp:txBody>
      <dsp:txXfrm>
        <a:off x="27586" y="343877"/>
        <a:ext cx="4157599" cy="509938"/>
      </dsp:txXfrm>
    </dsp:sp>
    <dsp:sp modelId="{659EFE4F-82CD-43F3-B979-B8ECE18B1FB2}">
      <dsp:nvSpPr>
        <dsp:cNvPr id="0" name=""/>
        <dsp:cNvSpPr/>
      </dsp:nvSpPr>
      <dsp:spPr>
        <a:xfrm>
          <a:off x="0" y="881401"/>
          <a:ext cx="4212771"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75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0" i="0" kern="1200" baseline="0"/>
            <a:t>A two-way process where a message is sent and received.</a:t>
          </a:r>
          <a:endParaRPr lang="en-US" sz="1800" kern="1200"/>
        </a:p>
      </dsp:txBody>
      <dsp:txXfrm>
        <a:off x="0" y="881401"/>
        <a:ext cx="4212771" cy="571320"/>
      </dsp:txXfrm>
    </dsp:sp>
    <dsp:sp modelId="{FE59456C-AB6B-44D5-899C-A4BD0AD4F05D}">
      <dsp:nvSpPr>
        <dsp:cNvPr id="0" name=""/>
        <dsp:cNvSpPr/>
      </dsp:nvSpPr>
      <dsp:spPr>
        <a:xfrm>
          <a:off x="0" y="1452721"/>
          <a:ext cx="4212771" cy="5651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Types of Communication:</a:t>
          </a:r>
          <a:endParaRPr lang="en-US" sz="2300" kern="1200"/>
        </a:p>
      </dsp:txBody>
      <dsp:txXfrm>
        <a:off x="27586" y="1480307"/>
        <a:ext cx="4157599" cy="509938"/>
      </dsp:txXfrm>
    </dsp:sp>
    <dsp:sp modelId="{2BE436FA-238C-477A-9961-D8B3F8B062EE}">
      <dsp:nvSpPr>
        <dsp:cNvPr id="0" name=""/>
        <dsp:cNvSpPr/>
      </dsp:nvSpPr>
      <dsp:spPr>
        <a:xfrm>
          <a:off x="0" y="2017831"/>
          <a:ext cx="4212771" cy="880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75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1" i="0" kern="1200" baseline="0"/>
            <a:t>Verbal:</a:t>
          </a:r>
          <a:r>
            <a:rPr lang="en-US" sz="1800" b="0" i="0" kern="1200" baseline="0"/>
            <a:t> Spoken or written words.</a:t>
          </a:r>
          <a:endParaRPr lang="en-US" sz="1800" kern="1200"/>
        </a:p>
        <a:p>
          <a:pPr marL="171450" lvl="1" indent="-171450" algn="l" defTabSz="800100">
            <a:lnSpc>
              <a:spcPct val="90000"/>
            </a:lnSpc>
            <a:spcBef>
              <a:spcPct val="0"/>
            </a:spcBef>
            <a:spcAft>
              <a:spcPct val="20000"/>
            </a:spcAft>
            <a:buChar char="•"/>
          </a:pPr>
          <a:r>
            <a:rPr lang="en-US" sz="1800" b="1" i="0" kern="1200" baseline="0"/>
            <a:t>Non-Verbal:</a:t>
          </a:r>
          <a:r>
            <a:rPr lang="en-US" sz="1800" b="0" i="0" kern="1200" baseline="0"/>
            <a:t> Body language, gestures, facial expressions, tone of voice.</a:t>
          </a:r>
          <a:endParaRPr lang="en-US" sz="1800" kern="1200"/>
        </a:p>
      </dsp:txBody>
      <dsp:txXfrm>
        <a:off x="0" y="2017831"/>
        <a:ext cx="4212771" cy="880785"/>
      </dsp:txXfrm>
    </dsp:sp>
    <dsp:sp modelId="{8C5699AC-FA45-46D3-A0EB-46D001A16486}">
      <dsp:nvSpPr>
        <dsp:cNvPr id="0" name=""/>
        <dsp:cNvSpPr/>
      </dsp:nvSpPr>
      <dsp:spPr>
        <a:xfrm>
          <a:off x="0" y="2898616"/>
          <a:ext cx="4212771" cy="5651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baseline="0"/>
            <a:t>Activity:</a:t>
          </a:r>
          <a:endParaRPr lang="en-US" sz="2300" kern="1200"/>
        </a:p>
      </dsp:txBody>
      <dsp:txXfrm>
        <a:off x="27586" y="2926202"/>
        <a:ext cx="4157599" cy="509938"/>
      </dsp:txXfrm>
    </dsp:sp>
    <dsp:sp modelId="{B5A80FFE-CA1E-4A6F-B1E2-D2A475A6CE5B}">
      <dsp:nvSpPr>
        <dsp:cNvPr id="0" name=""/>
        <dsp:cNvSpPr/>
      </dsp:nvSpPr>
      <dsp:spPr>
        <a:xfrm>
          <a:off x="0" y="3463726"/>
          <a:ext cx="4212771" cy="571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755"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Please r</a:t>
          </a:r>
          <a:r>
            <a:rPr lang="en-US" sz="1800" b="0" i="0" kern="1200" baseline="0"/>
            <a:t>ate </a:t>
          </a:r>
          <a:r>
            <a:rPr lang="en-US" sz="1800" kern="1200"/>
            <a:t>yours</a:t>
          </a:r>
          <a:r>
            <a:rPr lang="en-US" sz="1800" b="0" i="0" kern="1200" baseline="0"/>
            <a:t>elves on verbal and non-verbal communication skills.</a:t>
          </a:r>
          <a:endParaRPr lang="en-US" sz="1800" kern="1200"/>
        </a:p>
      </dsp:txBody>
      <dsp:txXfrm>
        <a:off x="0" y="3463726"/>
        <a:ext cx="4212771" cy="5713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DD62F-B5AE-4649-80AD-DAC8F20D1F2E}">
      <dsp:nvSpPr>
        <dsp:cNvPr id="0" name=""/>
        <dsp:cNvSpPr/>
      </dsp:nvSpPr>
      <dsp:spPr>
        <a:xfrm>
          <a:off x="0" y="33721"/>
          <a:ext cx="5705634" cy="56511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Tone Influences Meaning</a:t>
          </a:r>
          <a:endParaRPr lang="en-US" sz="2300" kern="1200"/>
        </a:p>
      </dsp:txBody>
      <dsp:txXfrm>
        <a:off x="27586" y="61307"/>
        <a:ext cx="5650462" cy="509938"/>
      </dsp:txXfrm>
    </dsp:sp>
    <dsp:sp modelId="{98B42A01-9685-4ECF-BE01-59CD8FE13F40}">
      <dsp:nvSpPr>
        <dsp:cNvPr id="0" name=""/>
        <dsp:cNvSpPr/>
      </dsp:nvSpPr>
      <dsp:spPr>
        <a:xfrm>
          <a:off x="0" y="598831"/>
          <a:ext cx="5705634" cy="1713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1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Tone of voice conveys both words and emotions, shaping how messages are received.</a:t>
          </a:r>
        </a:p>
        <a:p>
          <a:pPr marL="171450" lvl="1" indent="-171450" algn="l" defTabSz="800100">
            <a:lnSpc>
              <a:spcPct val="90000"/>
            </a:lnSpc>
            <a:spcBef>
              <a:spcPct val="0"/>
            </a:spcBef>
            <a:spcAft>
              <a:spcPct val="20000"/>
            </a:spcAft>
            <a:buChar char="•"/>
          </a:pPr>
          <a:r>
            <a:rPr lang="en-US" sz="1800" kern="1200" dirty="0"/>
            <a:t>The same phrase can have different meanings depending on tone.</a:t>
          </a:r>
        </a:p>
        <a:p>
          <a:pPr marL="171450" lvl="1" indent="-171450" algn="l" defTabSz="800100">
            <a:lnSpc>
              <a:spcPct val="90000"/>
            </a:lnSpc>
            <a:spcBef>
              <a:spcPct val="0"/>
            </a:spcBef>
            <a:spcAft>
              <a:spcPct val="20000"/>
            </a:spcAft>
            <a:buChar char="•"/>
          </a:pPr>
          <a:r>
            <a:rPr lang="en-US" sz="1800" kern="1200" dirty="0"/>
            <a:t>Understanding and controlling tone is key in personal and professional interactions.</a:t>
          </a:r>
        </a:p>
      </dsp:txBody>
      <dsp:txXfrm>
        <a:off x="0" y="598831"/>
        <a:ext cx="5705634" cy="1713960"/>
      </dsp:txXfrm>
    </dsp:sp>
    <dsp:sp modelId="{4DFFD217-E977-473A-BB1A-538EF7C6A9F5}">
      <dsp:nvSpPr>
        <dsp:cNvPr id="0" name=""/>
        <dsp:cNvSpPr/>
      </dsp:nvSpPr>
      <dsp:spPr>
        <a:xfrm>
          <a:off x="0" y="2312792"/>
          <a:ext cx="5705634" cy="56511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Examples of Tone:</a:t>
          </a:r>
          <a:endParaRPr lang="en-US" sz="2300" kern="1200"/>
        </a:p>
      </dsp:txBody>
      <dsp:txXfrm>
        <a:off x="27586" y="2340378"/>
        <a:ext cx="5650462" cy="509938"/>
      </dsp:txXfrm>
    </dsp:sp>
    <dsp:sp modelId="{CD4FD7EB-2300-4CB2-9DA7-32C3E9A8082D}">
      <dsp:nvSpPr>
        <dsp:cNvPr id="0" name=""/>
        <dsp:cNvSpPr/>
      </dsp:nvSpPr>
      <dsp:spPr>
        <a:xfrm>
          <a:off x="0" y="2877902"/>
          <a:ext cx="5705634" cy="1856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1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b="1" kern="1200"/>
            <a:t>Positive</a:t>
          </a:r>
          <a:r>
            <a:rPr lang="en-US" sz="1800" kern="1200"/>
            <a:t>: Uplifting, encouraging, and motivating.</a:t>
          </a:r>
        </a:p>
        <a:p>
          <a:pPr marL="342900" lvl="2" indent="-171450" algn="l" defTabSz="800100">
            <a:lnSpc>
              <a:spcPct val="90000"/>
            </a:lnSpc>
            <a:spcBef>
              <a:spcPct val="0"/>
            </a:spcBef>
            <a:spcAft>
              <a:spcPct val="20000"/>
            </a:spcAft>
            <a:buChar char="•"/>
          </a:pPr>
          <a:r>
            <a:rPr lang="en-IN" sz="1800" kern="1200"/>
            <a:t>Happiness, Excitement. Confidence</a:t>
          </a:r>
          <a:endParaRPr lang="en-US" sz="1800" kern="1200"/>
        </a:p>
        <a:p>
          <a:pPr marL="171450" lvl="1" indent="-171450" algn="l" defTabSz="800100">
            <a:lnSpc>
              <a:spcPct val="90000"/>
            </a:lnSpc>
            <a:spcBef>
              <a:spcPct val="0"/>
            </a:spcBef>
            <a:spcAft>
              <a:spcPct val="20000"/>
            </a:spcAft>
            <a:buChar char="•"/>
          </a:pPr>
          <a:r>
            <a:rPr lang="en-US" sz="1800" b="1" kern="1200"/>
            <a:t>Negative</a:t>
          </a:r>
          <a:r>
            <a:rPr lang="en-US" sz="1800" kern="1200"/>
            <a:t>: Sharp, frustrated, or dismissive.</a:t>
          </a:r>
        </a:p>
        <a:p>
          <a:pPr marL="342900" lvl="2" indent="-171450" algn="l" defTabSz="800100">
            <a:lnSpc>
              <a:spcPct val="90000"/>
            </a:lnSpc>
            <a:spcBef>
              <a:spcPct val="0"/>
            </a:spcBef>
            <a:spcAft>
              <a:spcPct val="20000"/>
            </a:spcAft>
            <a:buChar char="•"/>
          </a:pPr>
          <a:r>
            <a:rPr lang="en-IN" sz="1800" kern="1200"/>
            <a:t>Anger, Fear, Sadness</a:t>
          </a:r>
          <a:endParaRPr lang="en-US" sz="1800" kern="1200"/>
        </a:p>
        <a:p>
          <a:pPr marL="171450" lvl="1" indent="-171450" algn="l" defTabSz="800100">
            <a:lnSpc>
              <a:spcPct val="90000"/>
            </a:lnSpc>
            <a:spcBef>
              <a:spcPct val="0"/>
            </a:spcBef>
            <a:spcAft>
              <a:spcPct val="20000"/>
            </a:spcAft>
            <a:buChar char="•"/>
          </a:pPr>
          <a:r>
            <a:rPr lang="en-US" sz="1800" b="1" kern="1200"/>
            <a:t>Neutral</a:t>
          </a:r>
          <a:r>
            <a:rPr lang="en-US" sz="1800" kern="1200"/>
            <a:t>: Balanced, steady, without strong emotion.</a:t>
          </a:r>
        </a:p>
        <a:p>
          <a:pPr marL="342900" lvl="2" indent="-171450" algn="l" defTabSz="800100">
            <a:lnSpc>
              <a:spcPct val="90000"/>
            </a:lnSpc>
            <a:spcBef>
              <a:spcPct val="0"/>
            </a:spcBef>
            <a:spcAft>
              <a:spcPct val="20000"/>
            </a:spcAft>
            <a:buChar char="•"/>
          </a:pPr>
          <a:r>
            <a:rPr lang="en-IN" sz="1800" kern="1200"/>
            <a:t>Boredom, Curiosity, Surprise</a:t>
          </a:r>
          <a:endParaRPr lang="en-US" sz="1800" kern="1200"/>
        </a:p>
      </dsp:txBody>
      <dsp:txXfrm>
        <a:off x="0" y="2877902"/>
        <a:ext cx="5705634" cy="185679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BCEA0-5A27-4774-B781-C52BD68D66DC}" type="datetimeFigureOut">
              <a:rPr lang="en-IN" smtClean="0"/>
              <a:t>02-10-2024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006204-D740-4601-A341-C28B231C8D07}" type="slidenum">
              <a:rPr lang="en-IN" smtClean="0"/>
              <a:t>‹#›</a:t>
            </a:fld>
            <a:endParaRPr lang="en-IN"/>
          </a:p>
        </p:txBody>
      </p:sp>
    </p:spTree>
    <p:extLst>
      <p:ext uri="{BB962C8B-B14F-4D97-AF65-F5344CB8AC3E}">
        <p14:creationId xmlns:p14="http://schemas.microsoft.com/office/powerpoint/2010/main" val="2624158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F006204-D740-4601-A341-C28B231C8D07}" type="slidenum">
              <a:rPr lang="en-IN" smtClean="0"/>
              <a:t>8</a:t>
            </a:fld>
            <a:endParaRPr lang="en-IN"/>
          </a:p>
        </p:txBody>
      </p:sp>
    </p:spTree>
    <p:extLst>
      <p:ext uri="{BB962C8B-B14F-4D97-AF65-F5344CB8AC3E}">
        <p14:creationId xmlns:p14="http://schemas.microsoft.com/office/powerpoint/2010/main" val="4089818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Zones of Personal Space:</a:t>
            </a:r>
            <a:endParaRPr lang="en-US" dirty="0"/>
          </a:p>
          <a:p>
            <a:pPr>
              <a:buFont typeface="+mj-lt"/>
              <a:buAutoNum type="arabicPeriod"/>
            </a:pPr>
            <a:r>
              <a:rPr lang="en-US" b="1" dirty="0"/>
              <a:t>Intimate Space (0-18 inches):</a:t>
            </a:r>
            <a:endParaRPr lang="en-US" dirty="0"/>
          </a:p>
          <a:p>
            <a:pPr marL="742950" lvl="1" indent="-285750">
              <a:buFont typeface="+mj-lt"/>
              <a:buAutoNum type="arabicPeriod"/>
            </a:pPr>
            <a:r>
              <a:rPr lang="en-US" dirty="0"/>
              <a:t>Reserved for close relationships such as family and close friends.</a:t>
            </a:r>
          </a:p>
          <a:p>
            <a:pPr marL="742950" lvl="1" indent="-285750">
              <a:buFont typeface="+mj-lt"/>
              <a:buAutoNum type="arabicPeriod"/>
            </a:pPr>
            <a:r>
              <a:rPr lang="en-US" dirty="0"/>
              <a:t>Entering this space without permission can make others feel uncomfortable or threatened.</a:t>
            </a:r>
          </a:p>
          <a:p>
            <a:pPr>
              <a:buFont typeface="+mj-lt"/>
              <a:buAutoNum type="arabicPeriod"/>
            </a:pPr>
            <a:r>
              <a:rPr lang="en-US" b="1" dirty="0"/>
              <a:t>Personal Space (18 inches - 4 feet):</a:t>
            </a:r>
            <a:endParaRPr lang="en-US" dirty="0"/>
          </a:p>
          <a:p>
            <a:pPr marL="742950" lvl="1" indent="-285750">
              <a:buFont typeface="+mj-lt"/>
              <a:buAutoNum type="arabicPeriod"/>
            </a:pPr>
            <a:r>
              <a:rPr lang="en-US" dirty="0"/>
              <a:t>Used for conversations with friends or colleagues in a casual setting.</a:t>
            </a:r>
          </a:p>
          <a:p>
            <a:pPr marL="742950" lvl="1" indent="-285750">
              <a:buFont typeface="+mj-lt"/>
              <a:buAutoNum type="arabicPeriod"/>
            </a:pPr>
            <a:r>
              <a:rPr lang="en-US" dirty="0"/>
              <a:t>Violating this space may cause unease in professional or social interactions.</a:t>
            </a:r>
          </a:p>
          <a:p>
            <a:pPr>
              <a:buFont typeface="+mj-lt"/>
              <a:buAutoNum type="arabicPeriod"/>
            </a:pPr>
            <a:r>
              <a:rPr lang="en-US" b="1" dirty="0"/>
              <a:t>Social Space (4-12 feet):</a:t>
            </a:r>
            <a:endParaRPr lang="en-US" dirty="0"/>
          </a:p>
          <a:p>
            <a:pPr marL="742950" lvl="1" indent="-285750">
              <a:buFont typeface="+mj-lt"/>
              <a:buAutoNum type="arabicPeriod"/>
            </a:pPr>
            <a:r>
              <a:rPr lang="en-US" dirty="0"/>
              <a:t>Typically maintained during interactions with acquaintances or in business settings.</a:t>
            </a:r>
          </a:p>
          <a:p>
            <a:pPr marL="742950" lvl="1" indent="-285750">
              <a:buFont typeface="+mj-lt"/>
              <a:buAutoNum type="arabicPeriod"/>
            </a:pPr>
            <a:r>
              <a:rPr lang="en-US" dirty="0"/>
              <a:t>This space allows for comfortable communication without feeling too distant or too personal.</a:t>
            </a:r>
          </a:p>
          <a:p>
            <a:pPr>
              <a:buFont typeface="+mj-lt"/>
              <a:buAutoNum type="arabicPeriod"/>
            </a:pPr>
            <a:r>
              <a:rPr lang="en-US" b="1" dirty="0"/>
              <a:t>Public Space (12+ feet):</a:t>
            </a:r>
            <a:endParaRPr lang="en-US" dirty="0"/>
          </a:p>
          <a:p>
            <a:pPr marL="742950" lvl="1" indent="-285750">
              <a:buFont typeface="+mj-lt"/>
              <a:buAutoNum type="arabicPeriod"/>
            </a:pPr>
            <a:r>
              <a:rPr lang="en-US" dirty="0"/>
              <a:t>Used in public speaking, lectures, or with strangers.</a:t>
            </a:r>
          </a:p>
          <a:p>
            <a:pPr marL="742950" lvl="1" indent="-285750">
              <a:buFont typeface="+mj-lt"/>
              <a:buAutoNum type="arabicPeriod"/>
            </a:pPr>
            <a:r>
              <a:rPr lang="en-US" dirty="0"/>
              <a:t>Ensures minimal personal involvement and is ideal for formal presentations.</a:t>
            </a:r>
          </a:p>
          <a:p>
            <a:endParaRPr lang="en-IN" dirty="0"/>
          </a:p>
        </p:txBody>
      </p:sp>
      <p:sp>
        <p:nvSpPr>
          <p:cNvPr id="4" name="Slide Number Placeholder 3"/>
          <p:cNvSpPr>
            <a:spLocks noGrp="1"/>
          </p:cNvSpPr>
          <p:nvPr>
            <p:ph type="sldNum" sz="quarter" idx="5"/>
          </p:nvPr>
        </p:nvSpPr>
        <p:spPr/>
        <p:txBody>
          <a:bodyPr/>
          <a:lstStyle/>
          <a:p>
            <a:fld id="{6F006204-D740-4601-A341-C28B231C8D07}" type="slidenum">
              <a:rPr lang="en-IN" smtClean="0"/>
              <a:t>16</a:t>
            </a:fld>
            <a:endParaRPr lang="en-IN"/>
          </a:p>
        </p:txBody>
      </p:sp>
    </p:spTree>
    <p:extLst>
      <p:ext uri="{BB962C8B-B14F-4D97-AF65-F5344CB8AC3E}">
        <p14:creationId xmlns:p14="http://schemas.microsoft.com/office/powerpoint/2010/main" val="2667274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5466E-70B7-E066-0C0D-28457803D4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8724752-C45C-9444-D4BE-BB51975625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696400-8C16-DD3F-5F3E-B088A4BA91E4}"/>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5" name="Footer Placeholder 4">
            <a:extLst>
              <a:ext uri="{FF2B5EF4-FFF2-40B4-BE49-F238E27FC236}">
                <a16:creationId xmlns:a16="http://schemas.microsoft.com/office/drawing/2014/main" id="{E09CB5D0-43D9-B512-E27C-17FB4AAE3C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60AA98-B7FA-7B12-0B9A-D796FDB951AF}"/>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108356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CEC94-009F-ADC8-F99E-4076057716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742A06-995C-E1D9-E44D-73328244BF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819015-3946-C874-79F1-3D430184EACB}"/>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5" name="Footer Placeholder 4">
            <a:extLst>
              <a:ext uri="{FF2B5EF4-FFF2-40B4-BE49-F238E27FC236}">
                <a16:creationId xmlns:a16="http://schemas.microsoft.com/office/drawing/2014/main" id="{1A1C6153-4497-C040-710C-168EDF7D49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669580-3B21-5211-1C07-073880DD4E93}"/>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2317976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28FFC-1926-6BAF-CD52-60B2F9767D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D6C1A27-B5C4-B4DF-8BB6-D78D18082A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659FA4-EA11-DE55-713E-319A1A3FC7E7}"/>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5" name="Footer Placeholder 4">
            <a:extLst>
              <a:ext uri="{FF2B5EF4-FFF2-40B4-BE49-F238E27FC236}">
                <a16:creationId xmlns:a16="http://schemas.microsoft.com/office/drawing/2014/main" id="{C8AE128D-1DAB-8C4B-FB91-55CE74DEFD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66A745-E41A-5F75-93D5-4D84BF2C4EFE}"/>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2868026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C2C3-284A-FDB7-7C93-5FC1E4FDC6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F1B50E-61DF-4C1B-A96F-AF609EE6AE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D4FE9B-985B-4CED-D95E-BE17669001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14F1A9-284D-5604-FDDE-CCE816447C08}"/>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6" name="Footer Placeholder 5">
            <a:extLst>
              <a:ext uri="{FF2B5EF4-FFF2-40B4-BE49-F238E27FC236}">
                <a16:creationId xmlns:a16="http://schemas.microsoft.com/office/drawing/2014/main" id="{C37BBDAC-BBC1-C4E3-59D8-B155BB4F09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86F9F8-4A4C-B9C5-7ECF-C9E70C123FBD}"/>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1239444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91F2D-9F46-EFE1-EB15-EF3E0A6A2F3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D046BB-8618-0571-7558-D4FCDE6896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010812-14DA-B901-13A7-E364BCE3E7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21EF44-684C-560F-E5D6-024C1290A7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69C342-A6A9-2427-3DE0-F5A6B824DA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CE1028-139C-6B01-E3A5-736B11D165A5}"/>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8" name="Footer Placeholder 7">
            <a:extLst>
              <a:ext uri="{FF2B5EF4-FFF2-40B4-BE49-F238E27FC236}">
                <a16:creationId xmlns:a16="http://schemas.microsoft.com/office/drawing/2014/main" id="{25376E7D-F47D-FAD3-FB92-FB0BE8C23B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D342B5-7E6C-47FA-0EBE-3786E3377A9D}"/>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2556193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38C0-B5A4-E4DF-9CD6-ECE7083B4FD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5F5E08E-491F-9AAB-2513-BCE78D9A9282}"/>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4" name="Footer Placeholder 3">
            <a:extLst>
              <a:ext uri="{FF2B5EF4-FFF2-40B4-BE49-F238E27FC236}">
                <a16:creationId xmlns:a16="http://schemas.microsoft.com/office/drawing/2014/main" id="{9AB5A17D-B418-4CA3-F0B1-1ECED2264D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EBF0BA2-BD31-B81D-F866-B94A310447C3}"/>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3735357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B08743-4F9B-628B-D29A-8B6F94C2F9DC}"/>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3" name="Footer Placeholder 2">
            <a:extLst>
              <a:ext uri="{FF2B5EF4-FFF2-40B4-BE49-F238E27FC236}">
                <a16:creationId xmlns:a16="http://schemas.microsoft.com/office/drawing/2014/main" id="{42A1D186-A291-4F9F-4D33-A08F2E40FE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20DC5C-E121-9ECA-A03E-1CEE41021FEA}"/>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412228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D6CB-5F33-76B3-E6D8-27EBD8A82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BF5B70-1F9B-99D0-307C-16BA31B85D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33C280-5278-0D9E-07AA-9AFEEF271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DDE7FB-E9CE-E38B-3035-6ABD09F3CEA2}"/>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6" name="Footer Placeholder 5">
            <a:extLst>
              <a:ext uri="{FF2B5EF4-FFF2-40B4-BE49-F238E27FC236}">
                <a16:creationId xmlns:a16="http://schemas.microsoft.com/office/drawing/2014/main" id="{A7638684-9C2F-329F-47C5-465777EBFB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40CEDA-5A0D-1685-FAC1-663889E7366D}"/>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231469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093CA-11EE-31E4-D3B8-3042EEFDE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1F4C07-862F-CF33-39F7-3080D568FD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DDCA67-31EB-E68A-3C93-B29D6C58E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C86131-C634-1DEC-3AA9-36BBC7524518}"/>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6" name="Footer Placeholder 5">
            <a:extLst>
              <a:ext uri="{FF2B5EF4-FFF2-40B4-BE49-F238E27FC236}">
                <a16:creationId xmlns:a16="http://schemas.microsoft.com/office/drawing/2014/main" id="{330BBFE5-E53C-E004-5CCE-8F37916F55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732317-5EC2-AA25-C8CF-7F3A3420CDEF}"/>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303290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C6314-4C8B-673B-84B3-DA4833C47EE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53B2DF-0ED3-05DB-E3FA-D08B9E47F8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EA6356-5872-2834-8CAA-81E8003EB349}"/>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5" name="Footer Placeholder 4">
            <a:extLst>
              <a:ext uri="{FF2B5EF4-FFF2-40B4-BE49-F238E27FC236}">
                <a16:creationId xmlns:a16="http://schemas.microsoft.com/office/drawing/2014/main" id="{F2D07616-1FDC-DCD9-14FF-8EAD0FE7B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2E126-E1C9-316F-D9A8-AFDE736EA520}"/>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3104073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EC7EA9-2667-E886-7649-EC1165D903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EAFBD8-2664-6C58-6991-B13AA66C56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859127-97BB-C299-3E6F-62A97DF6AEB5}"/>
              </a:ext>
            </a:extLst>
          </p:cNvPr>
          <p:cNvSpPr>
            <a:spLocks noGrp="1"/>
          </p:cNvSpPr>
          <p:nvPr>
            <p:ph type="dt" sz="half" idx="10"/>
          </p:nvPr>
        </p:nvSpPr>
        <p:spPr/>
        <p:txBody>
          <a:bodyPr/>
          <a:lstStyle/>
          <a:p>
            <a:fld id="{24A2BB45-EBFA-4723-8E29-9914B5EC60E3}" type="datetimeFigureOut">
              <a:rPr lang="en-IN" smtClean="0"/>
              <a:t>02-10-2024</a:t>
            </a:fld>
            <a:endParaRPr lang="en-IN"/>
          </a:p>
        </p:txBody>
      </p:sp>
      <p:sp>
        <p:nvSpPr>
          <p:cNvPr id="5" name="Footer Placeholder 4">
            <a:extLst>
              <a:ext uri="{FF2B5EF4-FFF2-40B4-BE49-F238E27FC236}">
                <a16:creationId xmlns:a16="http://schemas.microsoft.com/office/drawing/2014/main" id="{A0FAF542-100A-1C52-8AF8-9883E49965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C1AA0B-BD5B-0EE7-851B-CBF06D70644C}"/>
              </a:ext>
            </a:extLst>
          </p:cNvPr>
          <p:cNvSpPr>
            <a:spLocks noGrp="1"/>
          </p:cNvSpPr>
          <p:nvPr>
            <p:ph type="sldNum" sz="quarter" idx="12"/>
          </p:nvPr>
        </p:nvSpPr>
        <p:spPr/>
        <p:txBody>
          <a:bodyPr/>
          <a:lstStyle/>
          <a:p>
            <a:fld id="{1B2925B2-F96C-47A4-A303-62D980F3016D}" type="slidenum">
              <a:rPr lang="en-IN" smtClean="0"/>
              <a:t>‹#›</a:t>
            </a:fld>
            <a:endParaRPr lang="en-IN"/>
          </a:p>
        </p:txBody>
      </p:sp>
    </p:spTree>
    <p:extLst>
      <p:ext uri="{BB962C8B-B14F-4D97-AF65-F5344CB8AC3E}">
        <p14:creationId xmlns:p14="http://schemas.microsoft.com/office/powerpoint/2010/main" val="2853166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C9F191-A1B5-D116-3348-E760373FB8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888305-6BCE-B65A-F3A6-F80BEA01FF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49BA95-1F95-9D4F-0AED-46FB9AA40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A2BB45-EBFA-4723-8E29-9914B5EC60E3}" type="datetimeFigureOut">
              <a:rPr lang="en-IN" smtClean="0"/>
              <a:t>02-10-2024</a:t>
            </a:fld>
            <a:endParaRPr lang="en-IN"/>
          </a:p>
        </p:txBody>
      </p:sp>
      <p:sp>
        <p:nvSpPr>
          <p:cNvPr id="5" name="Footer Placeholder 4">
            <a:extLst>
              <a:ext uri="{FF2B5EF4-FFF2-40B4-BE49-F238E27FC236}">
                <a16:creationId xmlns:a16="http://schemas.microsoft.com/office/drawing/2014/main" id="{EFC7074C-865A-6A7B-D50D-F71128954E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AA9D145-1DDF-887C-52F7-0AE57DAEA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2925B2-F96C-47A4-A303-62D980F3016D}" type="slidenum">
              <a:rPr lang="en-IN" smtClean="0"/>
              <a:t>‹#›</a:t>
            </a:fld>
            <a:endParaRPr lang="en-IN"/>
          </a:p>
        </p:txBody>
      </p:sp>
    </p:spTree>
    <p:extLst>
      <p:ext uri="{BB962C8B-B14F-4D97-AF65-F5344CB8AC3E}">
        <p14:creationId xmlns:p14="http://schemas.microsoft.com/office/powerpoint/2010/main" val="1225899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3A85B-8B55-481A-0014-88EBD5211FF4}"/>
              </a:ext>
            </a:extLst>
          </p:cNvPr>
          <p:cNvSpPr>
            <a:spLocks noGrp="1"/>
          </p:cNvSpPr>
          <p:nvPr>
            <p:ph type="ctrTitle"/>
          </p:nvPr>
        </p:nvSpPr>
        <p:spPr/>
        <p:txBody>
          <a:bodyPr/>
          <a:lstStyle/>
          <a:p>
            <a:r>
              <a:rPr lang="en-IN" dirty="0"/>
              <a:t>Essential Communication Skills</a:t>
            </a:r>
          </a:p>
        </p:txBody>
      </p:sp>
      <p:sp>
        <p:nvSpPr>
          <p:cNvPr id="3" name="Subtitle 2">
            <a:extLst>
              <a:ext uri="{FF2B5EF4-FFF2-40B4-BE49-F238E27FC236}">
                <a16:creationId xmlns:a16="http://schemas.microsoft.com/office/drawing/2014/main" id="{140D5FCE-08E0-D59E-F836-8A00A3B48ECA}"/>
              </a:ext>
            </a:extLst>
          </p:cNvPr>
          <p:cNvSpPr>
            <a:spLocks noGrp="1"/>
          </p:cNvSpPr>
          <p:nvPr>
            <p:ph type="subTitle" idx="1"/>
          </p:nvPr>
        </p:nvSpPr>
        <p:spPr/>
        <p:txBody>
          <a:bodyPr/>
          <a:lstStyle/>
          <a:p>
            <a:r>
              <a:rPr lang="en-IN" dirty="0"/>
              <a:t>- SAAKAR ACADEMY</a:t>
            </a:r>
          </a:p>
        </p:txBody>
      </p:sp>
    </p:spTree>
    <p:extLst>
      <p:ext uri="{BB962C8B-B14F-4D97-AF65-F5344CB8AC3E}">
        <p14:creationId xmlns:p14="http://schemas.microsoft.com/office/powerpoint/2010/main" val="72334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8D826-05E7-B1B8-01D7-615EBFECAE2D}"/>
              </a:ext>
            </a:extLst>
          </p:cNvPr>
          <p:cNvSpPr>
            <a:spLocks noGrp="1"/>
          </p:cNvSpPr>
          <p:nvPr>
            <p:ph type="title"/>
          </p:nvPr>
        </p:nvSpPr>
        <p:spPr>
          <a:xfrm>
            <a:off x="586478" y="1683756"/>
            <a:ext cx="3115265" cy="2396359"/>
          </a:xfrm>
        </p:spPr>
        <p:txBody>
          <a:bodyPr anchor="b">
            <a:normAutofit/>
          </a:bodyPr>
          <a:lstStyle/>
          <a:p>
            <a:pPr algn="r"/>
            <a:r>
              <a:rPr lang="en-IN" sz="4000">
                <a:solidFill>
                  <a:srgbClr val="FFFFFF"/>
                </a:solidFill>
              </a:rPr>
              <a:t>Agenda</a:t>
            </a:r>
          </a:p>
        </p:txBody>
      </p:sp>
      <p:graphicFrame>
        <p:nvGraphicFramePr>
          <p:cNvPr id="6" name="Rectangle 1">
            <a:extLst>
              <a:ext uri="{FF2B5EF4-FFF2-40B4-BE49-F238E27FC236}">
                <a16:creationId xmlns:a16="http://schemas.microsoft.com/office/drawing/2014/main" id="{60406609-C0EE-D253-3D1C-79FE788D4306}"/>
              </a:ext>
            </a:extLst>
          </p:cNvPr>
          <p:cNvGraphicFramePr>
            <a:graphicFrameLocks noGrp="1"/>
          </p:cNvGraphicFramePr>
          <p:nvPr>
            <p:ph idx="1"/>
            <p:extLst>
              <p:ext uri="{D42A27DB-BD31-4B8C-83A1-F6EECF244321}">
                <p14:modId xmlns:p14="http://schemas.microsoft.com/office/powerpoint/2010/main" val="340496759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518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DC6BEC6B-5C77-412D-B45A-5B0F46FED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B7346-AB13-C1F8-79C2-9557E9EC6B4E}"/>
              </a:ext>
            </a:extLst>
          </p:cNvPr>
          <p:cNvSpPr>
            <a:spLocks noGrp="1"/>
          </p:cNvSpPr>
          <p:nvPr>
            <p:ph type="title"/>
          </p:nvPr>
        </p:nvSpPr>
        <p:spPr>
          <a:xfrm>
            <a:off x="838200" y="176214"/>
            <a:ext cx="10515600" cy="1481188"/>
          </a:xfrm>
        </p:spPr>
        <p:txBody>
          <a:bodyPr>
            <a:normAutofit/>
          </a:bodyPr>
          <a:lstStyle/>
          <a:p>
            <a:pPr algn="ctr"/>
            <a:r>
              <a:rPr lang="en-IN" sz="4000"/>
              <a:t>Introduction to Communication</a:t>
            </a:r>
          </a:p>
        </p:txBody>
      </p:sp>
      <p:pic>
        <p:nvPicPr>
          <p:cNvPr id="6" name="Picture 5" descr="Green dialogue boxes">
            <a:extLst>
              <a:ext uri="{FF2B5EF4-FFF2-40B4-BE49-F238E27FC236}">
                <a16:creationId xmlns:a16="http://schemas.microsoft.com/office/drawing/2014/main" id="{B4ACA412-2B4D-09AD-CB84-5240C0072CCC}"/>
              </a:ext>
            </a:extLst>
          </p:cNvPr>
          <p:cNvPicPr>
            <a:picLocks noChangeAspect="1"/>
          </p:cNvPicPr>
          <p:nvPr/>
        </p:nvPicPr>
        <p:blipFill>
          <a:blip r:embed="rId2"/>
          <a:srcRect t="8842" r="2" b="7879"/>
          <a:stretch/>
        </p:blipFill>
        <p:spPr>
          <a:xfrm>
            <a:off x="5191128" y="1847129"/>
            <a:ext cx="6162670" cy="4272677"/>
          </a:xfrm>
          <a:prstGeom prst="rect">
            <a:avLst/>
          </a:prstGeom>
        </p:spPr>
      </p:pic>
      <p:graphicFrame>
        <p:nvGraphicFramePr>
          <p:cNvPr id="20" name="Rectangle 1">
            <a:extLst>
              <a:ext uri="{FF2B5EF4-FFF2-40B4-BE49-F238E27FC236}">
                <a16:creationId xmlns:a16="http://schemas.microsoft.com/office/drawing/2014/main" id="{1FBF09E8-7A9B-71B5-0296-5B318551C35C}"/>
              </a:ext>
            </a:extLst>
          </p:cNvPr>
          <p:cNvGraphicFramePr>
            <a:graphicFrameLocks noGrp="1"/>
          </p:cNvGraphicFramePr>
          <p:nvPr>
            <p:ph idx="1"/>
            <p:extLst>
              <p:ext uri="{D42A27DB-BD31-4B8C-83A1-F6EECF244321}">
                <p14:modId xmlns:p14="http://schemas.microsoft.com/office/powerpoint/2010/main" val="3076132278"/>
              </p:ext>
            </p:extLst>
          </p:nvPr>
        </p:nvGraphicFramePr>
        <p:xfrm>
          <a:off x="838200" y="1825625"/>
          <a:ext cx="421277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8670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6C3934-34DE-0C92-C641-7B3C52C7428F}"/>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Verbal Communication Mastery</a:t>
            </a:r>
          </a:p>
        </p:txBody>
      </p:sp>
      <p:sp>
        <p:nvSpPr>
          <p:cNvPr id="3" name="Text Placeholder 2">
            <a:extLst>
              <a:ext uri="{FF2B5EF4-FFF2-40B4-BE49-F238E27FC236}">
                <a16:creationId xmlns:a16="http://schemas.microsoft.com/office/drawing/2014/main" id="{3DC712FF-1D90-6237-F278-911086E9DD0D}"/>
              </a:ext>
            </a:extLst>
          </p:cNvPr>
          <p:cNvSpPr>
            <a:spLocks noGrp="1"/>
          </p:cNvSpPr>
          <p:nvPr>
            <p:ph type="body" idx="1"/>
          </p:nvPr>
        </p:nvSpPr>
        <p:spPr>
          <a:xfrm>
            <a:off x="2197101" y="4078423"/>
            <a:ext cx="4978399" cy="2058657"/>
          </a:xfrm>
        </p:spPr>
        <p:txBody>
          <a:bodyPr vert="horz" lIns="91440" tIns="45720" rIns="91440" bIns="45720" rtlCol="0">
            <a:normAutofit/>
          </a:bodyPr>
          <a:lstStyle/>
          <a:p>
            <a:r>
              <a:rPr lang="en-US" kern="1200">
                <a:solidFill>
                  <a:schemeClr val="tx1"/>
                </a:solidFill>
                <a:latin typeface="+mn-lt"/>
                <a:ea typeface="+mn-ea"/>
                <a:cs typeface="+mn-cs"/>
              </a:rPr>
              <a:t> </a:t>
            </a:r>
          </a:p>
        </p:txBody>
      </p:sp>
      <p:pic>
        <p:nvPicPr>
          <p:cNvPr id="7" name="Graphic 6" descr="Head with Gears">
            <a:extLst>
              <a:ext uri="{FF2B5EF4-FFF2-40B4-BE49-F238E27FC236}">
                <a16:creationId xmlns:a16="http://schemas.microsoft.com/office/drawing/2014/main" id="{C3D16B9A-3BF5-F9AC-98BC-C304D5C442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Head with Gears">
            <a:extLst>
              <a:ext uri="{FF2B5EF4-FFF2-40B4-BE49-F238E27FC236}">
                <a16:creationId xmlns:a16="http://schemas.microsoft.com/office/drawing/2014/main" id="{D3688607-7225-43F0-8A1A-9B7D3FC8A62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710836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DC6BEC6B-5C77-412D-B45A-5B0F46FED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B7346-AB13-C1F8-79C2-9557E9EC6B4E}"/>
              </a:ext>
            </a:extLst>
          </p:cNvPr>
          <p:cNvSpPr>
            <a:spLocks noGrp="1"/>
          </p:cNvSpPr>
          <p:nvPr>
            <p:ph type="title"/>
          </p:nvPr>
        </p:nvSpPr>
        <p:spPr>
          <a:xfrm>
            <a:off x="838200" y="176214"/>
            <a:ext cx="10515600" cy="1481188"/>
          </a:xfrm>
        </p:spPr>
        <p:txBody>
          <a:bodyPr>
            <a:normAutofit/>
          </a:bodyPr>
          <a:lstStyle/>
          <a:p>
            <a:pPr algn="ctr"/>
            <a:r>
              <a:rPr lang="en-IN" sz="4000" dirty="0"/>
              <a:t>Clarity &amp; Conciseness</a:t>
            </a:r>
          </a:p>
        </p:txBody>
      </p:sp>
      <p:sp>
        <p:nvSpPr>
          <p:cNvPr id="4" name="Content Placeholder 3">
            <a:extLst>
              <a:ext uri="{FF2B5EF4-FFF2-40B4-BE49-F238E27FC236}">
                <a16:creationId xmlns:a16="http://schemas.microsoft.com/office/drawing/2014/main" id="{A37112CC-2CC0-DE82-6474-84F45F5914D5}"/>
              </a:ext>
            </a:extLst>
          </p:cNvPr>
          <p:cNvSpPr>
            <a:spLocks noGrp="1"/>
          </p:cNvSpPr>
          <p:nvPr>
            <p:ph idx="1"/>
          </p:nvPr>
        </p:nvSpPr>
        <p:spPr>
          <a:xfrm>
            <a:off x="838200" y="1825625"/>
            <a:ext cx="4898571" cy="4351338"/>
          </a:xfrm>
        </p:spPr>
        <p:txBody>
          <a:bodyPr>
            <a:normAutofit/>
          </a:bodyPr>
          <a:lstStyle/>
          <a:p>
            <a:pPr>
              <a:buFont typeface="Arial" panose="020B0604020202020204" pitchFamily="34" charset="0"/>
              <a:buChar char="•"/>
            </a:pPr>
            <a:r>
              <a:rPr lang="en-US" sz="2800" dirty="0"/>
              <a:t>Use simple, direct language.</a:t>
            </a:r>
          </a:p>
          <a:p>
            <a:pPr>
              <a:buFont typeface="Arial" panose="020B0604020202020204" pitchFamily="34" charset="0"/>
              <a:buChar char="•"/>
            </a:pPr>
            <a:r>
              <a:rPr lang="en-US" sz="2800" dirty="0"/>
              <a:t>Avoid jargon and complicated terms</a:t>
            </a:r>
          </a:p>
          <a:p>
            <a:pPr>
              <a:buFont typeface="Arial" panose="020B0604020202020204" pitchFamily="34" charset="0"/>
              <a:buChar char="•"/>
            </a:pPr>
            <a:r>
              <a:rPr lang="en-US" sz="2800" b="1" dirty="0"/>
              <a:t>Scenario: Jargon-Filled</a:t>
            </a:r>
            <a:r>
              <a:rPr lang="en-US" sz="2800" i="1" dirty="0"/>
              <a:t>:</a:t>
            </a:r>
            <a:r>
              <a:rPr lang="en-US" sz="2800" dirty="0"/>
              <a:t> “We need to synergize our efforts for enhanced cross-functional alignment.”</a:t>
            </a:r>
          </a:p>
          <a:p>
            <a:pPr>
              <a:buFont typeface="Arial" panose="020B0604020202020204" pitchFamily="34" charset="0"/>
              <a:buChar char="•"/>
            </a:pPr>
            <a:r>
              <a:rPr lang="en-US" sz="2800" i="1" dirty="0"/>
              <a:t>Clear Message:</a:t>
            </a:r>
            <a:r>
              <a:rPr lang="en-US" sz="2800" dirty="0"/>
              <a:t> “We need to work together to coordinate better across teams.”</a:t>
            </a:r>
          </a:p>
          <a:p>
            <a:endParaRPr lang="en-IN" dirty="0"/>
          </a:p>
        </p:txBody>
      </p:sp>
      <p:pic>
        <p:nvPicPr>
          <p:cNvPr id="5" name="Picture 4" descr="Complex maths formulae on a blackboard">
            <a:extLst>
              <a:ext uri="{FF2B5EF4-FFF2-40B4-BE49-F238E27FC236}">
                <a16:creationId xmlns:a16="http://schemas.microsoft.com/office/drawing/2014/main" id="{0A365415-CEB3-FA68-A09E-4A77DEB17381}"/>
              </a:ext>
            </a:extLst>
          </p:cNvPr>
          <p:cNvPicPr>
            <a:picLocks noChangeAspect="1"/>
          </p:cNvPicPr>
          <p:nvPr/>
        </p:nvPicPr>
        <p:blipFill>
          <a:blip r:embed="rId2"/>
          <a:srcRect l="24481" r="10557" b="-1"/>
          <a:stretch/>
        </p:blipFill>
        <p:spPr>
          <a:xfrm>
            <a:off x="6216610" y="1657402"/>
            <a:ext cx="4898571" cy="4623654"/>
          </a:xfrm>
          <a:prstGeom prst="rect">
            <a:avLst/>
          </a:prstGeom>
        </p:spPr>
      </p:pic>
    </p:spTree>
    <p:extLst>
      <p:ext uri="{BB962C8B-B14F-4D97-AF65-F5344CB8AC3E}">
        <p14:creationId xmlns:p14="http://schemas.microsoft.com/office/powerpoint/2010/main" val="356791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55A935-D68C-BF0B-5771-F9223AD4917E}"/>
              </a:ext>
            </a:extLst>
          </p:cNvPr>
          <p:cNvSpPr>
            <a:spLocks noGrp="1"/>
          </p:cNvSpPr>
          <p:nvPr>
            <p:ph type="title"/>
          </p:nvPr>
        </p:nvSpPr>
        <p:spPr>
          <a:xfrm>
            <a:off x="1017005" y="212956"/>
            <a:ext cx="10467424" cy="1495425"/>
          </a:xfrm>
        </p:spPr>
        <p:txBody>
          <a:bodyPr>
            <a:normAutofit/>
          </a:bodyPr>
          <a:lstStyle/>
          <a:p>
            <a:pPr algn="ctr"/>
            <a:r>
              <a:rPr lang="en-IN" sz="4000" dirty="0"/>
              <a:t>Tone of Voice</a:t>
            </a:r>
          </a:p>
        </p:txBody>
      </p:sp>
      <p:pic>
        <p:nvPicPr>
          <p:cNvPr id="6" name="Picture 5">
            <a:extLst>
              <a:ext uri="{FF2B5EF4-FFF2-40B4-BE49-F238E27FC236}">
                <a16:creationId xmlns:a16="http://schemas.microsoft.com/office/drawing/2014/main" id="{8B399B32-BDBD-45DE-6F33-D0CCCDDF7714}"/>
              </a:ext>
            </a:extLst>
          </p:cNvPr>
          <p:cNvPicPr>
            <a:picLocks noChangeAspect="1"/>
          </p:cNvPicPr>
          <p:nvPr/>
        </p:nvPicPr>
        <p:blipFill>
          <a:blip r:embed="rId2"/>
          <a:srcRect l="24869" t="26504" r="34181"/>
          <a:stretch/>
        </p:blipFill>
        <p:spPr>
          <a:xfrm>
            <a:off x="6880238" y="1763015"/>
            <a:ext cx="4992560" cy="5040351"/>
          </a:xfrm>
          <a:prstGeom prst="rect">
            <a:avLst/>
          </a:prstGeom>
          <a:effectLst/>
        </p:spPr>
      </p:pic>
      <p:graphicFrame>
        <p:nvGraphicFramePr>
          <p:cNvPr id="5" name="Content Placeholder 2">
            <a:extLst>
              <a:ext uri="{FF2B5EF4-FFF2-40B4-BE49-F238E27FC236}">
                <a16:creationId xmlns:a16="http://schemas.microsoft.com/office/drawing/2014/main" id="{5D87988D-0B70-C79A-3B94-D717C89CB97E}"/>
              </a:ext>
            </a:extLst>
          </p:cNvPr>
          <p:cNvGraphicFramePr>
            <a:graphicFrameLocks noGrp="1"/>
          </p:cNvGraphicFramePr>
          <p:nvPr>
            <p:ph idx="1"/>
            <p:extLst>
              <p:ext uri="{D42A27DB-BD31-4B8C-83A1-F6EECF244321}">
                <p14:modId xmlns:p14="http://schemas.microsoft.com/office/powerpoint/2010/main" val="3140025216"/>
              </p:ext>
            </p:extLst>
          </p:nvPr>
        </p:nvGraphicFramePr>
        <p:xfrm>
          <a:off x="858452" y="1763015"/>
          <a:ext cx="5705634" cy="47684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201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2098E5-C271-37B8-B386-A3DD6CCA6C5E}"/>
              </a:ext>
            </a:extLst>
          </p:cNvPr>
          <p:cNvSpPr>
            <a:spLocks noGrp="1"/>
          </p:cNvSpPr>
          <p:nvPr>
            <p:ph type="title"/>
          </p:nvPr>
        </p:nvSpPr>
        <p:spPr>
          <a:xfrm>
            <a:off x="1060833" y="398419"/>
            <a:ext cx="10673967" cy="1275765"/>
          </a:xfrm>
        </p:spPr>
        <p:txBody>
          <a:bodyPr anchor="ctr">
            <a:normAutofit/>
          </a:bodyPr>
          <a:lstStyle/>
          <a:p>
            <a:pPr algn="ctr"/>
            <a:r>
              <a:rPr lang="en-IN" sz="4000" dirty="0"/>
              <a:t>Activity &amp; Takeaway</a:t>
            </a:r>
          </a:p>
        </p:txBody>
      </p:sp>
      <p:pic>
        <p:nvPicPr>
          <p:cNvPr id="5" name="Picture 4" descr="Wood human figure">
            <a:extLst>
              <a:ext uri="{FF2B5EF4-FFF2-40B4-BE49-F238E27FC236}">
                <a16:creationId xmlns:a16="http://schemas.microsoft.com/office/drawing/2014/main" id="{7C529A03-1F8D-E0E9-D9AB-4B784FCEB1A0}"/>
              </a:ext>
            </a:extLst>
          </p:cNvPr>
          <p:cNvPicPr>
            <a:picLocks noChangeAspect="1"/>
          </p:cNvPicPr>
          <p:nvPr/>
        </p:nvPicPr>
        <p:blipFill>
          <a:blip r:embed="rId2"/>
          <a:srcRect b="12812"/>
          <a:stretch/>
        </p:blipFill>
        <p:spPr>
          <a:xfrm>
            <a:off x="1" y="3105152"/>
            <a:ext cx="5980808" cy="3480706"/>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Content Placeholder 2">
            <a:extLst>
              <a:ext uri="{FF2B5EF4-FFF2-40B4-BE49-F238E27FC236}">
                <a16:creationId xmlns:a16="http://schemas.microsoft.com/office/drawing/2014/main" id="{9D597512-169C-6196-A7C3-94ECBFE0D5AE}"/>
              </a:ext>
            </a:extLst>
          </p:cNvPr>
          <p:cNvSpPr>
            <a:spLocks noGrp="1"/>
          </p:cNvSpPr>
          <p:nvPr>
            <p:ph idx="1"/>
          </p:nvPr>
        </p:nvSpPr>
        <p:spPr>
          <a:xfrm>
            <a:off x="6720803" y="1946324"/>
            <a:ext cx="5209939" cy="5445076"/>
          </a:xfrm>
        </p:spPr>
        <p:txBody>
          <a:bodyPr anchor="t">
            <a:normAutofit/>
          </a:bodyPr>
          <a:lstStyle/>
          <a:p>
            <a:r>
              <a:rPr lang="en-US" sz="2000" dirty="0"/>
              <a:t>Phrase to Practice:</a:t>
            </a:r>
            <a:br>
              <a:rPr lang="en-US" sz="2000" dirty="0"/>
            </a:br>
            <a:r>
              <a:rPr lang="en-US" sz="2000" b="1" dirty="0"/>
              <a:t>"We need to discuss the project status.“</a:t>
            </a:r>
          </a:p>
          <a:p>
            <a:r>
              <a:rPr lang="en-IN" sz="2000" dirty="0"/>
              <a:t>Excited </a:t>
            </a:r>
            <a:endParaRPr lang="en-US" sz="2000" b="1" dirty="0"/>
          </a:p>
          <a:p>
            <a:r>
              <a:rPr lang="en-US" sz="2000" dirty="0"/>
              <a:t>Angry</a:t>
            </a:r>
          </a:p>
          <a:p>
            <a:r>
              <a:rPr lang="en-IN" sz="2000" dirty="0"/>
              <a:t>Calm </a:t>
            </a:r>
            <a:endParaRPr lang="en-US" sz="2000" b="1" dirty="0"/>
          </a:p>
          <a:p>
            <a:r>
              <a:rPr lang="en-IN" sz="2000" dirty="0"/>
              <a:t>Dis</a:t>
            </a:r>
          </a:p>
          <a:p>
            <a:r>
              <a:rPr lang="en-US" sz="2000" b="1" dirty="0"/>
              <a:t>Takeaway</a:t>
            </a:r>
            <a:r>
              <a:rPr lang="en-US" sz="2000" dirty="0"/>
              <a:t>: </a:t>
            </a:r>
          </a:p>
          <a:p>
            <a:pPr lvl="1"/>
            <a:r>
              <a:rPr lang="en-US" sz="1600" dirty="0"/>
              <a:t>Tone of voice is a powerful communication tool. </a:t>
            </a:r>
          </a:p>
          <a:p>
            <a:pPr lvl="1"/>
            <a:r>
              <a:rPr lang="en-US" sz="1600" dirty="0"/>
              <a:t>By adjusting it to match the context, you can influence how others perceive and respond to your message.</a:t>
            </a:r>
          </a:p>
          <a:p>
            <a:pPr lvl="1"/>
            <a:r>
              <a:rPr lang="en-US" sz="1600" dirty="0"/>
              <a:t>Practicing tone awareness improves communication effectiveness.</a:t>
            </a:r>
            <a:endParaRPr lang="en-IN" sz="1600" dirty="0"/>
          </a:p>
        </p:txBody>
      </p:sp>
    </p:spTree>
    <p:extLst>
      <p:ext uri="{BB962C8B-B14F-4D97-AF65-F5344CB8AC3E}">
        <p14:creationId xmlns:p14="http://schemas.microsoft.com/office/powerpoint/2010/main" val="673700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32C8C-1B19-4765-2678-78A843DD6398}"/>
              </a:ext>
            </a:extLst>
          </p:cNvPr>
          <p:cNvSpPr>
            <a:spLocks noGrp="1"/>
          </p:cNvSpPr>
          <p:nvPr>
            <p:ph type="title"/>
          </p:nvPr>
        </p:nvSpPr>
        <p:spPr>
          <a:xfrm>
            <a:off x="804672" y="802955"/>
            <a:ext cx="4766330" cy="1454051"/>
          </a:xfrm>
        </p:spPr>
        <p:txBody>
          <a:bodyPr>
            <a:normAutofit/>
          </a:bodyPr>
          <a:lstStyle/>
          <a:p>
            <a:r>
              <a:rPr lang="en-IN" sz="3600">
                <a:solidFill>
                  <a:schemeClr val="tx2"/>
                </a:solidFill>
              </a:rPr>
              <a:t>Active Listening</a:t>
            </a:r>
          </a:p>
        </p:txBody>
      </p:sp>
      <p:sp>
        <p:nvSpPr>
          <p:cNvPr id="3" name="Content Placeholder 2">
            <a:extLst>
              <a:ext uri="{FF2B5EF4-FFF2-40B4-BE49-F238E27FC236}">
                <a16:creationId xmlns:a16="http://schemas.microsoft.com/office/drawing/2014/main" id="{76A72125-2963-E992-B373-4D3CA6480B13}"/>
              </a:ext>
            </a:extLst>
          </p:cNvPr>
          <p:cNvSpPr>
            <a:spLocks noGrp="1"/>
          </p:cNvSpPr>
          <p:nvPr>
            <p:ph idx="1"/>
          </p:nvPr>
        </p:nvSpPr>
        <p:spPr>
          <a:xfrm>
            <a:off x="804672" y="2454340"/>
            <a:ext cx="4765949" cy="3353476"/>
          </a:xfrm>
        </p:spPr>
        <p:txBody>
          <a:bodyPr anchor="t">
            <a:normAutofit/>
          </a:bodyPr>
          <a:lstStyle/>
          <a:p>
            <a:r>
              <a:rPr lang="en-US" sz="1800" dirty="0">
                <a:solidFill>
                  <a:schemeClr val="tx2"/>
                </a:solidFill>
              </a:rPr>
              <a:t>Active listening is a communication technique that requires the listener to fully concentrate, understand, respond, and then remember what is being said. It goes beyond just hearing the words, focusing on the speaker's message and intent.</a:t>
            </a:r>
          </a:p>
        </p:txBody>
      </p:sp>
      <p:grpSp>
        <p:nvGrpSpPr>
          <p:cNvPr id="13" name="Group 12">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4" name="Freeform: Shape 13">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Table 3">
            <a:extLst>
              <a:ext uri="{FF2B5EF4-FFF2-40B4-BE49-F238E27FC236}">
                <a16:creationId xmlns:a16="http://schemas.microsoft.com/office/drawing/2014/main" id="{B8838ED7-6CA5-9BD8-B6CF-AFB72CD41FD3}"/>
              </a:ext>
            </a:extLst>
          </p:cNvPr>
          <p:cNvGraphicFramePr>
            <a:graphicFrameLocks noGrp="1"/>
          </p:cNvGraphicFramePr>
          <p:nvPr>
            <p:extLst>
              <p:ext uri="{D42A27DB-BD31-4B8C-83A1-F6EECF244321}">
                <p14:modId xmlns:p14="http://schemas.microsoft.com/office/powerpoint/2010/main" val="2089521859"/>
              </p:ext>
            </p:extLst>
          </p:nvPr>
        </p:nvGraphicFramePr>
        <p:xfrm>
          <a:off x="7711704" y="1700784"/>
          <a:ext cx="4135608" cy="4379976"/>
        </p:xfrm>
        <a:graphic>
          <a:graphicData uri="http://schemas.openxmlformats.org/drawingml/2006/table">
            <a:tbl>
              <a:tblPr firstRow="1" bandRow="1">
                <a:tableStyleId>{9D7B26C5-4107-4FEC-AEDC-1716B250A1EF}</a:tableStyleId>
              </a:tblPr>
              <a:tblGrid>
                <a:gridCol w="2028919">
                  <a:extLst>
                    <a:ext uri="{9D8B030D-6E8A-4147-A177-3AD203B41FA5}">
                      <a16:colId xmlns:a16="http://schemas.microsoft.com/office/drawing/2014/main" val="3560588091"/>
                    </a:ext>
                  </a:extLst>
                </a:gridCol>
                <a:gridCol w="2106689">
                  <a:extLst>
                    <a:ext uri="{9D8B030D-6E8A-4147-A177-3AD203B41FA5}">
                      <a16:colId xmlns:a16="http://schemas.microsoft.com/office/drawing/2014/main" val="3197605875"/>
                    </a:ext>
                  </a:extLst>
                </a:gridCol>
              </a:tblGrid>
              <a:tr h="4379976">
                <a:tc>
                  <a:txBody>
                    <a:bodyPr/>
                    <a:lstStyle/>
                    <a:p>
                      <a:r>
                        <a:rPr lang="en-US" sz="1200" b="1" dirty="0">
                          <a:solidFill>
                            <a:schemeClr val="tx1"/>
                          </a:solidFill>
                        </a:rPr>
                        <a:t>Focus on the Speaker</a:t>
                      </a:r>
                      <a:r>
                        <a:rPr lang="en-US" sz="1200" dirty="0">
                          <a:solidFill>
                            <a:schemeClr val="tx1"/>
                          </a:solidFill>
                        </a:rPr>
                        <a:t>:</a:t>
                      </a:r>
                    </a:p>
                    <a:p>
                      <a:r>
                        <a:rPr lang="en-US" sz="1200" b="0" dirty="0">
                          <a:solidFill>
                            <a:schemeClr val="tx1"/>
                          </a:solidFill>
                        </a:rPr>
                        <a:t>Give your full attention to the person speaking.</a:t>
                      </a:r>
                    </a:p>
                    <a:p>
                      <a:r>
                        <a:rPr lang="en-US" sz="1200" b="0" dirty="0">
                          <a:solidFill>
                            <a:schemeClr val="tx1"/>
                          </a:solidFill>
                        </a:rPr>
                        <a:t>Make eye contact, nod, and show that you're engaged.</a:t>
                      </a:r>
                    </a:p>
                    <a:p>
                      <a:r>
                        <a:rPr lang="en-US" sz="1200" b="0" dirty="0">
                          <a:solidFill>
                            <a:schemeClr val="tx1"/>
                          </a:solidFill>
                        </a:rPr>
                        <a:t>Avoid interrupting or planning your response while they are still talking.</a:t>
                      </a:r>
                    </a:p>
                    <a:p>
                      <a:r>
                        <a:rPr lang="en-US" sz="1200" b="1" dirty="0">
                          <a:solidFill>
                            <a:schemeClr val="tx1"/>
                          </a:solidFill>
                        </a:rPr>
                        <a:t>Avoid Distractions</a:t>
                      </a:r>
                      <a:r>
                        <a:rPr lang="en-US" sz="1200" dirty="0">
                          <a:solidFill>
                            <a:schemeClr val="tx1"/>
                          </a:solidFill>
                        </a:rPr>
                        <a:t>:</a:t>
                      </a:r>
                    </a:p>
                    <a:p>
                      <a:r>
                        <a:rPr lang="en-US" sz="1200" b="0" dirty="0">
                          <a:solidFill>
                            <a:schemeClr val="tx1"/>
                          </a:solidFill>
                        </a:rPr>
                        <a:t>Put away your phone, turn off notifications, and eliminate any other distractions.</a:t>
                      </a:r>
                    </a:p>
                    <a:p>
                      <a:r>
                        <a:rPr lang="en-US" sz="1200" b="0" dirty="0">
                          <a:solidFill>
                            <a:schemeClr val="tx1"/>
                          </a:solidFill>
                        </a:rPr>
                        <a:t>Show respect by being mentally present.</a:t>
                      </a:r>
                    </a:p>
                    <a:p>
                      <a:r>
                        <a:rPr lang="en-US" sz="1200" b="1" dirty="0">
                          <a:solidFill>
                            <a:schemeClr val="tx1"/>
                          </a:solidFill>
                        </a:rPr>
                        <a:t>Non-Verbal Cues</a:t>
                      </a:r>
                      <a:r>
                        <a:rPr lang="en-US" sz="1200" dirty="0">
                          <a:solidFill>
                            <a:schemeClr val="tx1"/>
                          </a:solidFill>
                        </a:rPr>
                        <a:t>:</a:t>
                      </a:r>
                    </a:p>
                    <a:p>
                      <a:r>
                        <a:rPr lang="en-US" sz="1200" b="0" dirty="0">
                          <a:solidFill>
                            <a:schemeClr val="tx1"/>
                          </a:solidFill>
                        </a:rPr>
                        <a:t>Use body language like nodding, facial expressions, and appropriate posture to show attentiveness.</a:t>
                      </a:r>
                    </a:p>
                    <a:p>
                      <a:endParaRPr lang="en-IN" sz="1200" dirty="0">
                        <a:solidFill>
                          <a:schemeClr val="tx1"/>
                        </a:solidFill>
                      </a:endParaRPr>
                    </a:p>
                  </a:txBody>
                  <a:tcPr marL="62216" marR="62216" marT="31108" marB="31108"/>
                </a:tc>
                <a:tc>
                  <a:txBody>
                    <a:bodyPr/>
                    <a:lstStyle/>
                    <a:p>
                      <a:r>
                        <a:rPr lang="en-US" sz="1200" b="1" dirty="0">
                          <a:solidFill>
                            <a:schemeClr val="tx1"/>
                          </a:solidFill>
                        </a:rPr>
                        <a:t>Paraphrasing</a:t>
                      </a:r>
                      <a:r>
                        <a:rPr lang="en-US" sz="1200" dirty="0">
                          <a:solidFill>
                            <a:schemeClr val="tx1"/>
                          </a:solidFill>
                        </a:rPr>
                        <a:t>:</a:t>
                      </a:r>
                    </a:p>
                    <a:p>
                      <a:r>
                        <a:rPr lang="en-US" sz="1200" b="0" dirty="0">
                          <a:solidFill>
                            <a:schemeClr val="tx1"/>
                          </a:solidFill>
                        </a:rPr>
                        <a:t>Restate what the speaker said in your own words to ensure understanding.</a:t>
                      </a:r>
                    </a:p>
                    <a:p>
                      <a:r>
                        <a:rPr lang="en-US" sz="1200" b="0" dirty="0">
                          <a:solidFill>
                            <a:schemeClr val="tx1"/>
                          </a:solidFill>
                        </a:rPr>
                        <a:t>Example: "So, what you're saying is..."</a:t>
                      </a:r>
                    </a:p>
                    <a:p>
                      <a:r>
                        <a:rPr lang="en-US" sz="1200" b="1" dirty="0">
                          <a:solidFill>
                            <a:schemeClr val="tx1"/>
                          </a:solidFill>
                        </a:rPr>
                        <a:t>Ask Clarifying Questions</a:t>
                      </a:r>
                      <a:r>
                        <a:rPr lang="en-US" sz="1200" dirty="0">
                          <a:solidFill>
                            <a:schemeClr val="tx1"/>
                          </a:solidFill>
                        </a:rPr>
                        <a:t>:</a:t>
                      </a:r>
                    </a:p>
                    <a:p>
                      <a:r>
                        <a:rPr lang="en-US" sz="1200" b="0" dirty="0">
                          <a:solidFill>
                            <a:schemeClr val="tx1"/>
                          </a:solidFill>
                        </a:rPr>
                        <a:t>If something is unclear, ask open-ended questions to gather more information.</a:t>
                      </a:r>
                    </a:p>
                    <a:p>
                      <a:r>
                        <a:rPr lang="en-US" sz="1200" b="0" dirty="0">
                          <a:solidFill>
                            <a:schemeClr val="tx1"/>
                          </a:solidFill>
                        </a:rPr>
                        <a:t>Example: "Can you explain what you meant by...?"</a:t>
                      </a:r>
                    </a:p>
                    <a:p>
                      <a:r>
                        <a:rPr lang="en-US" sz="1200" b="1" dirty="0">
                          <a:solidFill>
                            <a:schemeClr val="tx1"/>
                          </a:solidFill>
                        </a:rPr>
                        <a:t>Empathy</a:t>
                      </a:r>
                      <a:r>
                        <a:rPr lang="en-US" sz="1200" dirty="0">
                          <a:solidFill>
                            <a:schemeClr val="tx1"/>
                          </a:solidFill>
                        </a:rPr>
                        <a:t>:</a:t>
                      </a:r>
                    </a:p>
                    <a:p>
                      <a:r>
                        <a:rPr lang="en-US" sz="1200" b="0" dirty="0">
                          <a:solidFill>
                            <a:schemeClr val="tx1"/>
                          </a:solidFill>
                        </a:rPr>
                        <a:t>Show understanding of the speaker's emotions.</a:t>
                      </a:r>
                    </a:p>
                    <a:p>
                      <a:endParaRPr lang="en-IN" sz="1200" dirty="0">
                        <a:solidFill>
                          <a:schemeClr val="tx1"/>
                        </a:solidFill>
                      </a:endParaRPr>
                    </a:p>
                  </a:txBody>
                  <a:tcPr marL="62216" marR="62216" marT="31108" marB="31108"/>
                </a:tc>
                <a:extLst>
                  <a:ext uri="{0D108BD9-81ED-4DB2-BD59-A6C34878D82A}">
                    <a16:rowId xmlns:a16="http://schemas.microsoft.com/office/drawing/2014/main" val="1449700143"/>
                  </a:ext>
                </a:extLst>
              </a:tr>
            </a:tbl>
          </a:graphicData>
        </a:graphic>
      </p:graphicFrame>
    </p:spTree>
    <p:extLst>
      <p:ext uri="{BB962C8B-B14F-4D97-AF65-F5344CB8AC3E}">
        <p14:creationId xmlns:p14="http://schemas.microsoft.com/office/powerpoint/2010/main" val="1947571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AF8C6-C0EE-6653-B612-B7F23A3D84A9}"/>
              </a:ext>
            </a:extLst>
          </p:cNvPr>
          <p:cNvSpPr>
            <a:spLocks noGrp="1"/>
          </p:cNvSpPr>
          <p:nvPr>
            <p:ph type="title"/>
          </p:nvPr>
        </p:nvSpPr>
        <p:spPr/>
        <p:txBody>
          <a:bodyPr/>
          <a:lstStyle/>
          <a:p>
            <a:r>
              <a:rPr lang="en-IN" dirty="0"/>
              <a:t>Activity	</a:t>
            </a:r>
          </a:p>
        </p:txBody>
      </p:sp>
      <p:sp>
        <p:nvSpPr>
          <p:cNvPr id="3" name="Content Placeholder 2">
            <a:extLst>
              <a:ext uri="{FF2B5EF4-FFF2-40B4-BE49-F238E27FC236}">
                <a16:creationId xmlns:a16="http://schemas.microsoft.com/office/drawing/2014/main" id="{8ECAAF20-22EE-0DF9-F2BF-D0F67151B9E7}"/>
              </a:ext>
            </a:extLst>
          </p:cNvPr>
          <p:cNvSpPr>
            <a:spLocks noGrp="1"/>
          </p:cNvSpPr>
          <p:nvPr>
            <p:ph idx="1"/>
          </p:nvPr>
        </p:nvSpPr>
        <p:spPr/>
        <p:txBody>
          <a:bodyPr/>
          <a:lstStyle/>
          <a:p>
            <a:r>
              <a:rPr lang="en-IN" dirty="0"/>
              <a:t>TBD</a:t>
            </a:r>
          </a:p>
        </p:txBody>
      </p:sp>
    </p:spTree>
    <p:extLst>
      <p:ext uri="{BB962C8B-B14F-4D97-AF65-F5344CB8AC3E}">
        <p14:creationId xmlns:p14="http://schemas.microsoft.com/office/powerpoint/2010/main" val="2165848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BD4CC-042A-8849-18E5-EC06E9BCC7BC}"/>
              </a:ext>
            </a:extLst>
          </p:cNvPr>
          <p:cNvSpPr>
            <a:spLocks noGrp="1"/>
          </p:cNvSpPr>
          <p:nvPr>
            <p:ph type="title"/>
          </p:nvPr>
        </p:nvSpPr>
        <p:spPr/>
        <p:txBody>
          <a:bodyPr/>
          <a:lstStyle/>
          <a:p>
            <a:pPr algn="ctr"/>
            <a:r>
              <a:rPr lang="en-IN" sz="4000" dirty="0"/>
              <a:t>Pausing and Pacing</a:t>
            </a:r>
          </a:p>
        </p:txBody>
      </p:sp>
      <p:sp>
        <p:nvSpPr>
          <p:cNvPr id="3" name="Content Placeholder 2">
            <a:extLst>
              <a:ext uri="{FF2B5EF4-FFF2-40B4-BE49-F238E27FC236}">
                <a16:creationId xmlns:a16="http://schemas.microsoft.com/office/drawing/2014/main" id="{722A3D43-3008-4106-D785-1FBB13844788}"/>
              </a:ext>
            </a:extLst>
          </p:cNvPr>
          <p:cNvSpPr>
            <a:spLocks noGrp="1"/>
          </p:cNvSpPr>
          <p:nvPr>
            <p:ph idx="1"/>
          </p:nvPr>
        </p:nvSpPr>
        <p:spPr>
          <a:xfrm>
            <a:off x="838200" y="1825625"/>
            <a:ext cx="9655629" cy="4486274"/>
          </a:xfrm>
        </p:spPr>
        <p:txBody>
          <a:bodyPr>
            <a:normAutofit fontScale="62500" lnSpcReduction="20000"/>
          </a:bodyPr>
          <a:lstStyle/>
          <a:p>
            <a:r>
              <a:rPr lang="en-US" dirty="0"/>
              <a:t>Pausing and pacing are vital elements of verbal communication that enhance message clarity and reception. Effective speakers use pauses strategically and control their speaking pace to maintain audience.</a:t>
            </a:r>
          </a:p>
          <a:p>
            <a:pPr marL="0" indent="0">
              <a:buNone/>
            </a:pPr>
            <a:r>
              <a:rPr lang="en-US" b="1" dirty="0"/>
              <a:t>Why Pausing is Important:</a:t>
            </a:r>
          </a:p>
          <a:p>
            <a:pPr lvl="1"/>
            <a:r>
              <a:rPr lang="en-US" b="1" dirty="0"/>
              <a:t>Allows for Absorption:</a:t>
            </a:r>
            <a:endParaRPr lang="en-US" dirty="0"/>
          </a:p>
          <a:p>
            <a:pPr marL="1200150" lvl="2" indent="-285750"/>
            <a:r>
              <a:rPr lang="en-US" dirty="0"/>
              <a:t>Pauses give listeners time to process information and prevent overload.</a:t>
            </a:r>
          </a:p>
          <a:p>
            <a:pPr lvl="1"/>
            <a:r>
              <a:rPr lang="en-US" b="1" dirty="0"/>
              <a:t>Creates Emphasis:</a:t>
            </a:r>
            <a:endParaRPr lang="en-US" dirty="0"/>
          </a:p>
          <a:p>
            <a:pPr marL="1200150" lvl="2" indent="-285750"/>
            <a:r>
              <a:rPr lang="en-US" dirty="0"/>
              <a:t>Well-timed pauses highlight key points, allowing for reflection on important statements.</a:t>
            </a:r>
          </a:p>
          <a:p>
            <a:pPr lvl="1"/>
            <a:r>
              <a:rPr lang="en-US" b="1" dirty="0"/>
              <a:t>Facilitates Reflection:</a:t>
            </a:r>
            <a:endParaRPr lang="en-US" dirty="0"/>
          </a:p>
          <a:p>
            <a:pPr marL="1200150" lvl="2" indent="-285750"/>
            <a:r>
              <a:rPr lang="en-US" dirty="0"/>
              <a:t>Pauses encourage thoughtful conversation, especially during presentations or negotiations.</a:t>
            </a:r>
          </a:p>
          <a:p>
            <a:pPr marL="0" indent="0">
              <a:buNone/>
            </a:pPr>
            <a:r>
              <a:rPr lang="en-US" b="1" dirty="0"/>
              <a:t>Why Pacing Matters:</a:t>
            </a:r>
          </a:p>
          <a:p>
            <a:pPr lvl="1"/>
            <a:r>
              <a:rPr lang="en-US" b="1" dirty="0"/>
              <a:t>Improves Clarity:</a:t>
            </a:r>
            <a:endParaRPr lang="en-US" dirty="0"/>
          </a:p>
          <a:p>
            <a:pPr marL="1200150" lvl="2" indent="-285750"/>
            <a:r>
              <a:rPr lang="en-US" dirty="0"/>
              <a:t>A moderate pace helps listeners understand without feeling overwhelmed or losing interest.</a:t>
            </a:r>
          </a:p>
          <a:p>
            <a:pPr lvl="1"/>
            <a:r>
              <a:rPr lang="en-US" b="1" dirty="0"/>
              <a:t>Reduces Misunderstandings:</a:t>
            </a:r>
            <a:endParaRPr lang="en-US" dirty="0"/>
          </a:p>
          <a:p>
            <a:pPr marL="1200150" lvl="2" indent="-285750"/>
            <a:r>
              <a:rPr lang="en-US" dirty="0"/>
              <a:t>Proper pacing minimizes mistakes and ensures clear enunciation of words.</a:t>
            </a:r>
          </a:p>
          <a:p>
            <a:pPr lvl="1"/>
            <a:r>
              <a:rPr lang="en-US" b="1" dirty="0"/>
              <a:t>Engages the Audience:</a:t>
            </a:r>
            <a:endParaRPr lang="en-US" dirty="0"/>
          </a:p>
          <a:p>
            <a:pPr marL="1200150" lvl="2" indent="-285750"/>
            <a:r>
              <a:rPr lang="en-US" dirty="0"/>
              <a:t>Varying pace—slower for complex ideas, faster for excitement—maintains attention and conveys tone effectively.</a:t>
            </a:r>
          </a:p>
          <a:p>
            <a:pPr marL="0" indent="0">
              <a:buNone/>
            </a:pPr>
            <a:r>
              <a:rPr lang="en-US" b="1" dirty="0"/>
              <a:t>Activity</a:t>
            </a:r>
            <a:r>
              <a:rPr lang="en-US" dirty="0"/>
              <a:t>: Participants introduce themselves with strategic pauses for clarity.</a:t>
            </a:r>
          </a:p>
        </p:txBody>
      </p:sp>
      <p:pic>
        <p:nvPicPr>
          <p:cNvPr id="19" name="Graphic 18" descr="Marketing">
            <a:extLst>
              <a:ext uri="{FF2B5EF4-FFF2-40B4-BE49-F238E27FC236}">
                <a16:creationId xmlns:a16="http://schemas.microsoft.com/office/drawing/2014/main" id="{7D98F0E6-67B4-C18A-BCBA-042BDDB509A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765295">
            <a:off x="9134098" y="2191283"/>
            <a:ext cx="3620021" cy="3620021"/>
          </a:xfrm>
          <a:prstGeom prst="rect">
            <a:avLst/>
          </a:prstGeom>
        </p:spPr>
      </p:pic>
    </p:spTree>
    <p:extLst>
      <p:ext uri="{BB962C8B-B14F-4D97-AF65-F5344CB8AC3E}">
        <p14:creationId xmlns:p14="http://schemas.microsoft.com/office/powerpoint/2010/main" val="4109301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48D2E-68E7-D797-2832-77532CDF9DAD}"/>
              </a:ext>
            </a:extLst>
          </p:cNvPr>
          <p:cNvSpPr>
            <a:spLocks noGrp="1"/>
          </p:cNvSpPr>
          <p:nvPr>
            <p:ph type="title"/>
          </p:nvPr>
        </p:nvSpPr>
        <p:spPr/>
        <p:txBody>
          <a:bodyPr/>
          <a:lstStyle/>
          <a:p>
            <a:pPr algn="ctr"/>
            <a:r>
              <a:rPr lang="en-IN" sz="4400" dirty="0"/>
              <a:t>Empathy in Communication</a:t>
            </a:r>
            <a:endParaRPr lang="en-IN" dirty="0"/>
          </a:p>
        </p:txBody>
      </p:sp>
      <p:sp>
        <p:nvSpPr>
          <p:cNvPr id="3" name="Content Placeholder 2">
            <a:extLst>
              <a:ext uri="{FF2B5EF4-FFF2-40B4-BE49-F238E27FC236}">
                <a16:creationId xmlns:a16="http://schemas.microsoft.com/office/drawing/2014/main" id="{9CB9ED95-2CAC-1B30-3B27-04B45D619BB8}"/>
              </a:ext>
            </a:extLst>
          </p:cNvPr>
          <p:cNvSpPr>
            <a:spLocks noGrp="1"/>
          </p:cNvSpPr>
          <p:nvPr>
            <p:ph idx="1"/>
          </p:nvPr>
        </p:nvSpPr>
        <p:spPr>
          <a:xfrm>
            <a:off x="838199" y="1740354"/>
            <a:ext cx="5519057" cy="4782004"/>
          </a:xfrm>
        </p:spPr>
        <p:txBody>
          <a:bodyPr>
            <a:noAutofit/>
          </a:bodyPr>
          <a:lstStyle/>
          <a:p>
            <a:pPr marL="0" indent="0">
              <a:buNone/>
            </a:pPr>
            <a:r>
              <a:rPr lang="en-US" sz="1600" dirty="0"/>
              <a:t>Empathy is the ability to understand and share the feelings of others, fostering deeper connections and enhancing communication.</a:t>
            </a:r>
          </a:p>
          <a:p>
            <a:pPr marL="0" indent="0">
              <a:buNone/>
            </a:pPr>
            <a:r>
              <a:rPr lang="en-US" sz="1600" b="1" dirty="0"/>
              <a:t>Why Empathy Matters:</a:t>
            </a:r>
            <a:endParaRPr lang="en-US" sz="1600" dirty="0"/>
          </a:p>
          <a:p>
            <a:r>
              <a:rPr lang="en-US" sz="1600" b="1" dirty="0"/>
              <a:t>Builds Trust:</a:t>
            </a:r>
            <a:endParaRPr lang="en-US" sz="1600" dirty="0"/>
          </a:p>
          <a:p>
            <a:pPr lvl="1"/>
            <a:r>
              <a:rPr lang="en-US" sz="1600" dirty="0"/>
              <a:t>Empathetic communication establishes trust and rapport with colleagues, clients, and stakeholders.</a:t>
            </a:r>
          </a:p>
          <a:p>
            <a:r>
              <a:rPr lang="en-US" sz="1600" b="1" dirty="0"/>
              <a:t>Enhances Collaboration:</a:t>
            </a:r>
            <a:endParaRPr lang="en-US" sz="1600" dirty="0"/>
          </a:p>
          <a:p>
            <a:pPr lvl="1"/>
            <a:r>
              <a:rPr lang="en-US" sz="1600" dirty="0"/>
              <a:t>Understanding others' perspectives promotes teamwork and cooperative problem-solving.</a:t>
            </a:r>
          </a:p>
          <a:p>
            <a:r>
              <a:rPr lang="en-US" sz="1600" b="1" dirty="0"/>
              <a:t>Improves Conflict Resolution:</a:t>
            </a:r>
            <a:endParaRPr lang="en-US" sz="1600" dirty="0"/>
          </a:p>
          <a:p>
            <a:pPr lvl="1"/>
            <a:r>
              <a:rPr lang="en-US" sz="1600" dirty="0"/>
              <a:t>Empathy helps to de-escalate tensions and fosters a more constructive dialogue during disagreements.</a:t>
            </a:r>
          </a:p>
          <a:p>
            <a:r>
              <a:rPr lang="en-US" sz="1600" b="1" dirty="0"/>
              <a:t>Encourages Open Communication:</a:t>
            </a:r>
            <a:endParaRPr lang="en-US" sz="1600" dirty="0"/>
          </a:p>
          <a:p>
            <a:pPr lvl="1"/>
            <a:r>
              <a:rPr lang="en-US" sz="1600" dirty="0"/>
              <a:t>When people feel understood, they are more likely to share ideas and concerns freely.</a:t>
            </a:r>
          </a:p>
          <a:p>
            <a:endParaRPr lang="en-IN" sz="1500" dirty="0"/>
          </a:p>
        </p:txBody>
      </p:sp>
      <p:pic>
        <p:nvPicPr>
          <p:cNvPr id="4" name="Picture 3">
            <a:extLst>
              <a:ext uri="{FF2B5EF4-FFF2-40B4-BE49-F238E27FC236}">
                <a16:creationId xmlns:a16="http://schemas.microsoft.com/office/drawing/2014/main" id="{7010987C-0713-570B-ADE9-8DAEA1586524}"/>
              </a:ext>
            </a:extLst>
          </p:cNvPr>
          <p:cNvPicPr>
            <a:picLocks noChangeAspect="1"/>
          </p:cNvPicPr>
          <p:nvPr/>
        </p:nvPicPr>
        <p:blipFill>
          <a:blip r:embed="rId2"/>
          <a:srcRect l="18414" t="33333" r="18181" b="-1"/>
          <a:stretch/>
        </p:blipFill>
        <p:spPr>
          <a:xfrm>
            <a:off x="6694715" y="1690688"/>
            <a:ext cx="5421086" cy="3252574"/>
          </a:xfrm>
          <a:prstGeom prst="rect">
            <a:avLst/>
          </a:prstGeom>
        </p:spPr>
      </p:pic>
      <p:sp>
        <p:nvSpPr>
          <p:cNvPr id="5" name="TextBox 4">
            <a:extLst>
              <a:ext uri="{FF2B5EF4-FFF2-40B4-BE49-F238E27FC236}">
                <a16:creationId xmlns:a16="http://schemas.microsoft.com/office/drawing/2014/main" id="{077D9773-65DC-2692-CC1F-955FC739D487}"/>
              </a:ext>
            </a:extLst>
          </p:cNvPr>
          <p:cNvSpPr txBox="1"/>
          <p:nvPr/>
        </p:nvSpPr>
        <p:spPr>
          <a:xfrm>
            <a:off x="6694715" y="4943262"/>
            <a:ext cx="5249500" cy="1938992"/>
          </a:xfrm>
          <a:prstGeom prst="rect">
            <a:avLst/>
          </a:prstGeom>
          <a:noFill/>
        </p:spPr>
        <p:txBody>
          <a:bodyPr wrap="square" rtlCol="0">
            <a:spAutoFit/>
          </a:bodyPr>
          <a:lstStyle/>
          <a:p>
            <a:pPr marL="0" indent="0">
              <a:buNone/>
            </a:pPr>
            <a:r>
              <a:rPr lang="en-US" sz="1500" b="1" dirty="0"/>
              <a:t>Examples of Empathetic Responses:</a:t>
            </a:r>
            <a:endParaRPr lang="en-US" sz="1500" dirty="0"/>
          </a:p>
          <a:p>
            <a:pPr marL="285750" indent="-285750">
              <a:buFont typeface="Arial" panose="020B0604020202020204" pitchFamily="34" charset="0"/>
              <a:buChar char="•"/>
            </a:pPr>
            <a:r>
              <a:rPr lang="en-US" sz="1500" b="1" dirty="0"/>
              <a:t>Acknowledgment: </a:t>
            </a:r>
            <a:r>
              <a:rPr lang="en-US" sz="1500" dirty="0"/>
              <a:t>"I can see that this situation is really challenging for you."</a:t>
            </a:r>
          </a:p>
          <a:p>
            <a:pPr marL="285750" indent="-285750">
              <a:buFont typeface="Arial" panose="020B0604020202020204" pitchFamily="34" charset="0"/>
              <a:buChar char="•"/>
            </a:pPr>
            <a:r>
              <a:rPr lang="en-US" sz="1500" b="1" dirty="0"/>
              <a:t>Validation: </a:t>
            </a:r>
            <a:r>
              <a:rPr lang="en-US" sz="1500" dirty="0"/>
              <a:t>"It's understandable to feel overwhelmed given the circumstances."</a:t>
            </a:r>
          </a:p>
          <a:p>
            <a:pPr marL="285750" indent="-285750">
              <a:buFont typeface="Arial" panose="020B0604020202020204" pitchFamily="34" charset="0"/>
              <a:buChar char="•"/>
            </a:pPr>
            <a:r>
              <a:rPr lang="en-US" sz="1500" b="1" dirty="0"/>
              <a:t>Supportive Questions: </a:t>
            </a:r>
            <a:r>
              <a:rPr lang="en-US" sz="1500" dirty="0"/>
              <a:t>"How can I assist you in resolving this issue</a:t>
            </a:r>
          </a:p>
          <a:p>
            <a:pPr lvl="1"/>
            <a:endParaRPr lang="en-US" sz="1500" dirty="0"/>
          </a:p>
        </p:txBody>
      </p:sp>
    </p:spTree>
    <p:extLst>
      <p:ext uri="{BB962C8B-B14F-4D97-AF65-F5344CB8AC3E}">
        <p14:creationId xmlns:p14="http://schemas.microsoft.com/office/powerpoint/2010/main" val="616874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83DD-861D-59B2-A75E-8A4EB468113C}"/>
              </a:ext>
            </a:extLst>
          </p:cNvPr>
          <p:cNvSpPr>
            <a:spLocks noGrp="1"/>
          </p:cNvSpPr>
          <p:nvPr>
            <p:ph type="title"/>
          </p:nvPr>
        </p:nvSpPr>
        <p:spPr/>
        <p:txBody>
          <a:bodyPr/>
          <a:lstStyle/>
          <a:p>
            <a:r>
              <a:rPr lang="en-IN" dirty="0"/>
              <a:t>Non-Verbal Communication Mastery</a:t>
            </a:r>
          </a:p>
        </p:txBody>
      </p:sp>
      <p:sp>
        <p:nvSpPr>
          <p:cNvPr id="3" name="Text Placeholder 2">
            <a:extLst>
              <a:ext uri="{FF2B5EF4-FFF2-40B4-BE49-F238E27FC236}">
                <a16:creationId xmlns:a16="http://schemas.microsoft.com/office/drawing/2014/main" id="{5D63994E-B116-905D-DEC9-705FE536B713}"/>
              </a:ext>
            </a:extLst>
          </p:cNvPr>
          <p:cNvSpPr>
            <a:spLocks noGrp="1"/>
          </p:cNvSpPr>
          <p:nvPr>
            <p:ph type="body" idx="1"/>
          </p:nvPr>
        </p:nvSpPr>
        <p:spPr/>
        <p:txBody>
          <a:bodyPr/>
          <a:lstStyle/>
          <a:p>
            <a:r>
              <a:rPr lang="en-IN" dirty="0"/>
              <a:t> </a:t>
            </a:r>
          </a:p>
        </p:txBody>
      </p:sp>
    </p:spTree>
    <p:extLst>
      <p:ext uri="{BB962C8B-B14F-4D97-AF65-F5344CB8AC3E}">
        <p14:creationId xmlns:p14="http://schemas.microsoft.com/office/powerpoint/2010/main" val="2444675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Red toy person in front of two lines of white figures">
            <a:extLst>
              <a:ext uri="{FF2B5EF4-FFF2-40B4-BE49-F238E27FC236}">
                <a16:creationId xmlns:a16="http://schemas.microsoft.com/office/drawing/2014/main" id="{688A8E34-729E-B2D0-7A94-DE73D7F6B331}"/>
              </a:ext>
            </a:extLst>
          </p:cNvPr>
          <p:cNvPicPr>
            <a:picLocks noChangeAspect="1"/>
          </p:cNvPicPr>
          <p:nvPr/>
        </p:nvPicPr>
        <p:blipFill>
          <a:blip r:embed="rId2">
            <a:alphaModFix amt="60000"/>
          </a:blip>
          <a:srcRect t="14449"/>
          <a:stretch/>
        </p:blipFill>
        <p:spPr>
          <a:xfrm>
            <a:off x="-1" y="10"/>
            <a:ext cx="12192001" cy="6857990"/>
          </a:xfrm>
          <a:prstGeom prst="rect">
            <a:avLst/>
          </a:prstGeom>
        </p:spPr>
      </p:pic>
      <p:sp>
        <p:nvSpPr>
          <p:cNvPr id="2" name="Title 1">
            <a:extLst>
              <a:ext uri="{FF2B5EF4-FFF2-40B4-BE49-F238E27FC236}">
                <a16:creationId xmlns:a16="http://schemas.microsoft.com/office/drawing/2014/main" id="{CB0083DD-861D-59B2-A75E-8A4EB468113C}"/>
              </a:ext>
            </a:extLst>
          </p:cNvPr>
          <p:cNvSpPr>
            <a:spLocks noGrp="1"/>
          </p:cNvSpPr>
          <p:nvPr>
            <p:ph type="title"/>
          </p:nvPr>
        </p:nvSpPr>
        <p:spPr>
          <a:xfrm>
            <a:off x="838200" y="914402"/>
            <a:ext cx="10515600" cy="2985923"/>
          </a:xfrm>
        </p:spPr>
        <p:txBody>
          <a:bodyPr vert="horz" lIns="91440" tIns="45720" rIns="91440" bIns="45720" rtlCol="0" anchor="b">
            <a:normAutofit/>
          </a:bodyPr>
          <a:lstStyle/>
          <a:p>
            <a:pPr algn="ctr"/>
            <a:r>
              <a:rPr lang="en-US" sz="5200">
                <a:solidFill>
                  <a:srgbClr val="FFFFFF"/>
                </a:solidFill>
              </a:rPr>
              <a:t>Non-Verbal Communication Mastery</a:t>
            </a:r>
          </a:p>
        </p:txBody>
      </p:sp>
      <p:sp>
        <p:nvSpPr>
          <p:cNvPr id="3" name="Text Placeholder 2">
            <a:extLst>
              <a:ext uri="{FF2B5EF4-FFF2-40B4-BE49-F238E27FC236}">
                <a16:creationId xmlns:a16="http://schemas.microsoft.com/office/drawing/2014/main" id="{5D63994E-B116-905D-DEC9-705FE536B713}"/>
              </a:ext>
            </a:extLst>
          </p:cNvPr>
          <p:cNvSpPr>
            <a:spLocks noGrp="1"/>
          </p:cNvSpPr>
          <p:nvPr>
            <p:ph type="body" idx="1"/>
          </p:nvPr>
        </p:nvSpPr>
        <p:spPr>
          <a:xfrm>
            <a:off x="838200" y="4072040"/>
            <a:ext cx="10515600" cy="1384310"/>
          </a:xfrm>
        </p:spPr>
        <p:txBody>
          <a:bodyPr vert="horz" lIns="91440" tIns="45720" rIns="91440" bIns="45720" rtlCol="0">
            <a:normAutofit/>
          </a:bodyPr>
          <a:lstStyle/>
          <a:p>
            <a:pPr algn="ctr"/>
            <a:r>
              <a:rPr lang="en-US">
                <a:solidFill>
                  <a:srgbClr val="FFFFFF"/>
                </a:solidFill>
              </a:rPr>
              <a:t> </a:t>
            </a:r>
          </a:p>
        </p:txBody>
      </p:sp>
    </p:spTree>
    <p:extLst>
      <p:ext uri="{BB962C8B-B14F-4D97-AF65-F5344CB8AC3E}">
        <p14:creationId xmlns:p14="http://schemas.microsoft.com/office/powerpoint/2010/main" val="823641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45DF-33C8-F2D1-37AA-9BEEE5099DB8}"/>
              </a:ext>
            </a:extLst>
          </p:cNvPr>
          <p:cNvSpPr>
            <a:spLocks noGrp="1"/>
          </p:cNvSpPr>
          <p:nvPr>
            <p:ph type="title"/>
          </p:nvPr>
        </p:nvSpPr>
        <p:spPr/>
        <p:txBody>
          <a:bodyPr/>
          <a:lstStyle/>
          <a:p>
            <a:r>
              <a:rPr lang="en-IN" dirty="0"/>
              <a:t>Body Language</a:t>
            </a:r>
          </a:p>
        </p:txBody>
      </p:sp>
      <p:sp>
        <p:nvSpPr>
          <p:cNvPr id="3" name="Content Placeholder 2">
            <a:extLst>
              <a:ext uri="{FF2B5EF4-FFF2-40B4-BE49-F238E27FC236}">
                <a16:creationId xmlns:a16="http://schemas.microsoft.com/office/drawing/2014/main" id="{4431FE00-1E9C-1E0D-CC21-27FE6A6A2416}"/>
              </a:ext>
            </a:extLst>
          </p:cNvPr>
          <p:cNvSpPr>
            <a:spLocks noGrp="1"/>
          </p:cNvSpPr>
          <p:nvPr>
            <p:ph idx="1"/>
          </p:nvPr>
        </p:nvSpPr>
        <p:spPr>
          <a:xfrm>
            <a:off x="576942" y="2675573"/>
            <a:ext cx="6571544" cy="4351338"/>
          </a:xfrm>
        </p:spPr>
        <p:txBody>
          <a:bodyPr>
            <a:normAutofit/>
          </a:bodyPr>
          <a:lstStyle/>
          <a:p>
            <a:pPr marL="0" indent="0">
              <a:buNone/>
            </a:pPr>
            <a:r>
              <a:rPr lang="en-US" sz="2000" b="1" dirty="0"/>
              <a:t>Importance of Body Language:</a:t>
            </a:r>
            <a:endParaRPr lang="en-US" sz="2000" dirty="0"/>
          </a:p>
          <a:p>
            <a:pPr>
              <a:buFont typeface="+mj-lt"/>
              <a:buAutoNum type="arabicPeriod"/>
            </a:pPr>
            <a:r>
              <a:rPr lang="en-US" sz="2000" b="1" dirty="0"/>
              <a:t>Conveys Emotions: </a:t>
            </a:r>
            <a:r>
              <a:rPr lang="en-US" sz="2000" dirty="0"/>
              <a:t>Often communicates feelings more effectively than words.</a:t>
            </a:r>
          </a:p>
          <a:p>
            <a:pPr>
              <a:buFont typeface="+mj-lt"/>
              <a:buAutoNum type="arabicPeriod"/>
            </a:pPr>
            <a:r>
              <a:rPr lang="en-US" sz="2000" b="1" dirty="0"/>
              <a:t>Enhances Communication: </a:t>
            </a:r>
            <a:r>
              <a:rPr lang="en-US" sz="2000" dirty="0"/>
              <a:t>Reinforces verbal messages, making them clearer.</a:t>
            </a:r>
          </a:p>
          <a:p>
            <a:pPr>
              <a:buFont typeface="+mj-lt"/>
              <a:buAutoNum type="arabicPeriod"/>
            </a:pPr>
            <a:r>
              <a:rPr lang="en-US" sz="2000" b="1" dirty="0"/>
              <a:t>Builds Rapport: </a:t>
            </a:r>
            <a:r>
              <a:rPr lang="en-US" sz="2000" dirty="0"/>
              <a:t>Positive body language fosters trust and connection.</a:t>
            </a:r>
          </a:p>
          <a:p>
            <a:pPr>
              <a:buFont typeface="+mj-lt"/>
              <a:buAutoNum type="arabicPeriod"/>
            </a:pPr>
            <a:r>
              <a:rPr lang="en-US" sz="2000" b="1" dirty="0"/>
              <a:t>Indicates Engagement: </a:t>
            </a:r>
            <a:r>
              <a:rPr lang="en-US" sz="2000" dirty="0"/>
              <a:t>Signals attentiveness and interest in conversations.</a:t>
            </a:r>
          </a:p>
          <a:p>
            <a:pPr marL="0" indent="0">
              <a:buNone/>
            </a:pPr>
            <a:endParaRPr lang="en-US" sz="2000" dirty="0"/>
          </a:p>
        </p:txBody>
      </p:sp>
      <p:sp>
        <p:nvSpPr>
          <p:cNvPr id="5" name="TextBox 4">
            <a:extLst>
              <a:ext uri="{FF2B5EF4-FFF2-40B4-BE49-F238E27FC236}">
                <a16:creationId xmlns:a16="http://schemas.microsoft.com/office/drawing/2014/main" id="{6C369767-BB26-9AFE-DD29-1D1F5A53B98B}"/>
              </a:ext>
            </a:extLst>
          </p:cNvPr>
          <p:cNvSpPr txBox="1"/>
          <p:nvPr/>
        </p:nvSpPr>
        <p:spPr>
          <a:xfrm>
            <a:off x="838200" y="1690688"/>
            <a:ext cx="10428514" cy="984885"/>
          </a:xfrm>
          <a:prstGeom prst="rect">
            <a:avLst/>
          </a:prstGeom>
          <a:noFill/>
        </p:spPr>
        <p:txBody>
          <a:bodyPr wrap="square" rtlCol="0">
            <a:spAutoFit/>
          </a:bodyPr>
          <a:lstStyle/>
          <a:p>
            <a:r>
              <a:rPr lang="en-US" sz="2000" dirty="0"/>
              <a:t>Body language consists of non-verbal cues that communicate feelings and attitudes through gestures, posture, and facial expressions.</a:t>
            </a:r>
          </a:p>
          <a:p>
            <a:endParaRPr lang="en-IN" dirty="0"/>
          </a:p>
        </p:txBody>
      </p:sp>
      <p:pic>
        <p:nvPicPr>
          <p:cNvPr id="6" name="Picture 5">
            <a:extLst>
              <a:ext uri="{FF2B5EF4-FFF2-40B4-BE49-F238E27FC236}">
                <a16:creationId xmlns:a16="http://schemas.microsoft.com/office/drawing/2014/main" id="{967F8E6F-FC2C-8372-0A20-FC39613CB1C6}"/>
              </a:ext>
            </a:extLst>
          </p:cNvPr>
          <p:cNvPicPr>
            <a:picLocks noChangeAspect="1"/>
          </p:cNvPicPr>
          <p:nvPr/>
        </p:nvPicPr>
        <p:blipFill>
          <a:blip r:embed="rId2"/>
          <a:srcRect l="24858" r="11476" b="-1"/>
          <a:stretch/>
        </p:blipFill>
        <p:spPr>
          <a:xfrm>
            <a:off x="7762821" y="2547267"/>
            <a:ext cx="3405922" cy="3570975"/>
          </a:xfrm>
          <a:prstGeom prst="rect">
            <a:avLst/>
          </a:prstGeom>
        </p:spPr>
      </p:pic>
    </p:spTree>
    <p:extLst>
      <p:ext uri="{BB962C8B-B14F-4D97-AF65-F5344CB8AC3E}">
        <p14:creationId xmlns:p14="http://schemas.microsoft.com/office/powerpoint/2010/main" val="1947936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45DF-33C8-F2D1-37AA-9BEEE5099DB8}"/>
              </a:ext>
            </a:extLst>
          </p:cNvPr>
          <p:cNvSpPr>
            <a:spLocks noGrp="1"/>
          </p:cNvSpPr>
          <p:nvPr>
            <p:ph type="title"/>
          </p:nvPr>
        </p:nvSpPr>
        <p:spPr/>
        <p:txBody>
          <a:bodyPr/>
          <a:lstStyle/>
          <a:p>
            <a:r>
              <a:rPr lang="en-IN" dirty="0"/>
              <a:t>Key Elements to Observe</a:t>
            </a:r>
          </a:p>
        </p:txBody>
      </p:sp>
      <p:sp>
        <p:nvSpPr>
          <p:cNvPr id="3" name="Content Placeholder 2">
            <a:extLst>
              <a:ext uri="{FF2B5EF4-FFF2-40B4-BE49-F238E27FC236}">
                <a16:creationId xmlns:a16="http://schemas.microsoft.com/office/drawing/2014/main" id="{4431FE00-1E9C-1E0D-CC21-27FE6A6A2416}"/>
              </a:ext>
            </a:extLst>
          </p:cNvPr>
          <p:cNvSpPr>
            <a:spLocks noGrp="1"/>
          </p:cNvSpPr>
          <p:nvPr>
            <p:ph idx="1"/>
          </p:nvPr>
        </p:nvSpPr>
        <p:spPr/>
        <p:txBody>
          <a:bodyPr>
            <a:normAutofit/>
          </a:bodyPr>
          <a:lstStyle/>
          <a:p>
            <a:endParaRPr lang="en-US" dirty="0"/>
          </a:p>
          <a:p>
            <a:endParaRPr lang="en-IN" dirty="0"/>
          </a:p>
        </p:txBody>
      </p:sp>
      <p:sp>
        <p:nvSpPr>
          <p:cNvPr id="7" name="TextBox 6">
            <a:extLst>
              <a:ext uri="{FF2B5EF4-FFF2-40B4-BE49-F238E27FC236}">
                <a16:creationId xmlns:a16="http://schemas.microsoft.com/office/drawing/2014/main" id="{17E67889-7B10-479A-B6B2-FCCCDF5D2462}"/>
              </a:ext>
            </a:extLst>
          </p:cNvPr>
          <p:cNvSpPr txBox="1"/>
          <p:nvPr/>
        </p:nvSpPr>
        <p:spPr>
          <a:xfrm>
            <a:off x="838199" y="1582341"/>
            <a:ext cx="10515599" cy="480131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Posture:</a:t>
            </a:r>
            <a:endParaRPr kumimoji="0" lang="en-US" altLang="en-US" sz="1800" b="0" i="0" u="none" strike="noStrike" cap="none" normalizeH="0" baseline="0" dirty="0">
              <a:ln>
                <a:noFill/>
              </a:ln>
              <a:solidFill>
                <a:schemeClr val="tx1"/>
              </a:solidFill>
              <a:effectLst/>
            </a:endParaRP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rPr>
              <a:t>Stand/sit up straight to convey confidence. Slouching may suggest disinterest or insecurity.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Gestures:</a:t>
            </a:r>
            <a:endParaRPr kumimoji="0" lang="en-US" altLang="en-US" sz="1800" b="0" i="0" u="none" strike="noStrike" cap="none" normalizeH="0" baseline="0" dirty="0">
              <a:ln>
                <a:noFill/>
              </a:ln>
              <a:solidFill>
                <a:schemeClr val="tx1"/>
              </a:solidFill>
              <a:effectLst/>
            </a:endParaRP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rPr>
              <a:t>Use hand movements to emphasize points but avoid overdoing it as it can be distracting.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Eye Contact:</a:t>
            </a:r>
            <a:endParaRPr kumimoji="0" lang="en-US" altLang="en-US" sz="1800" b="0" i="0" u="none" strike="noStrike" cap="none" normalizeH="0" baseline="0" dirty="0">
              <a:ln>
                <a:noFill/>
              </a:ln>
              <a:solidFill>
                <a:schemeClr val="tx1"/>
              </a:solidFill>
              <a:effectLst/>
            </a:endParaRP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rPr>
              <a:t>Maintain appropriate eye contact to show attentiveness, but avoid staring, which can be uncomfortable.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rPr>
              <a:t>Facial Expressions:</a:t>
            </a:r>
            <a:endParaRPr kumimoji="0" lang="en-US" altLang="en-US" sz="1800" b="0" i="0" u="none" strike="noStrike" cap="none" normalizeH="0" baseline="0" dirty="0">
              <a:ln>
                <a:noFill/>
              </a:ln>
              <a:solidFill>
                <a:schemeClr val="tx1"/>
              </a:solidFill>
              <a:effectLst/>
            </a:endParaRP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rPr>
              <a:t>Use facial expressions to match the tone of the conversation; smiling can create a welcoming atmosphere.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r>
              <a:rPr lang="en-US" b="1" dirty="0"/>
              <a:t>Common Body Language Cues:</a:t>
            </a:r>
            <a:endParaRPr lang="en-US" dirty="0"/>
          </a:p>
          <a:p>
            <a:pPr lvl="1">
              <a:buFont typeface="Arial" panose="020B0604020202020204" pitchFamily="34" charset="0"/>
              <a:buChar char="•"/>
            </a:pPr>
            <a:r>
              <a:rPr lang="en-US" b="1" dirty="0"/>
              <a:t>Open Arms:</a:t>
            </a:r>
            <a:r>
              <a:rPr lang="en-US" dirty="0"/>
              <a:t> Welcoming and approachable.</a:t>
            </a:r>
          </a:p>
          <a:p>
            <a:pPr lvl="1">
              <a:buFont typeface="Arial" panose="020B0604020202020204" pitchFamily="34" charset="0"/>
              <a:buChar char="•"/>
            </a:pPr>
            <a:r>
              <a:rPr lang="en-US" b="1" dirty="0"/>
              <a:t>Crossed Arms:</a:t>
            </a:r>
            <a:r>
              <a:rPr lang="en-US" dirty="0"/>
              <a:t> Defensive or closed off.</a:t>
            </a:r>
          </a:p>
          <a:p>
            <a:pPr lvl="1">
              <a:buFont typeface="Arial" panose="020B0604020202020204" pitchFamily="34" charset="0"/>
              <a:buChar char="•"/>
            </a:pPr>
            <a:r>
              <a:rPr lang="en-US" b="1" dirty="0"/>
              <a:t>Nodding:</a:t>
            </a:r>
            <a:r>
              <a:rPr lang="en-US" dirty="0"/>
              <a:t> Indicates agreement and understanding.</a:t>
            </a:r>
          </a:p>
          <a:p>
            <a:pPr lvl="1">
              <a:buFont typeface="Arial" panose="020B0604020202020204" pitchFamily="34" charset="0"/>
              <a:buChar char="•"/>
            </a:pPr>
            <a:r>
              <a:rPr lang="en-US" b="1" dirty="0"/>
              <a:t>Fidgeting:</a:t>
            </a:r>
            <a:r>
              <a:rPr lang="en-US" dirty="0"/>
              <a:t> May suggest nervousness or discomfort.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2">
            <a:extLst>
              <a:ext uri="{FF2B5EF4-FFF2-40B4-BE49-F238E27FC236}">
                <a16:creationId xmlns:a16="http://schemas.microsoft.com/office/drawing/2014/main" id="{E64848E3-2365-1B74-EB4D-ADBB397DCC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2916" y="4183336"/>
            <a:ext cx="4592158" cy="2583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207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5A5EE-DD2B-E71E-EEFD-97CEF99F043C}"/>
              </a:ext>
            </a:extLst>
          </p:cNvPr>
          <p:cNvSpPr>
            <a:spLocks noGrp="1"/>
          </p:cNvSpPr>
          <p:nvPr>
            <p:ph type="title"/>
          </p:nvPr>
        </p:nvSpPr>
        <p:spPr/>
        <p:txBody>
          <a:bodyPr/>
          <a:lstStyle/>
          <a:p>
            <a:r>
              <a:rPr lang="en-IN"/>
              <a:t>Proxemics (Personal Space)</a:t>
            </a:r>
            <a:endParaRPr lang="en-IN" dirty="0"/>
          </a:p>
        </p:txBody>
      </p:sp>
      <p:sp>
        <p:nvSpPr>
          <p:cNvPr id="4" name="Content Placeholder 3">
            <a:extLst>
              <a:ext uri="{FF2B5EF4-FFF2-40B4-BE49-F238E27FC236}">
                <a16:creationId xmlns:a16="http://schemas.microsoft.com/office/drawing/2014/main" id="{F8438408-59E2-39F6-BB71-29EB96EDADFC}"/>
              </a:ext>
            </a:extLst>
          </p:cNvPr>
          <p:cNvSpPr>
            <a:spLocks noGrp="1"/>
          </p:cNvSpPr>
          <p:nvPr>
            <p:ph idx="1"/>
          </p:nvPr>
        </p:nvSpPr>
        <p:spPr>
          <a:xfrm>
            <a:off x="838199" y="1970314"/>
            <a:ext cx="4201886" cy="3875315"/>
          </a:xfrm>
        </p:spPr>
        <p:txBody>
          <a:bodyPr>
            <a:normAutofit fontScale="70000" lnSpcReduction="20000"/>
          </a:bodyPr>
          <a:lstStyle/>
          <a:p>
            <a:r>
              <a:rPr lang="en-IN" dirty="0"/>
              <a:t> </a:t>
            </a:r>
            <a:r>
              <a:rPr kumimoji="0" lang="en-US" altLang="en-US" b="0" i="0" u="none" strike="noStrike" cap="none" normalizeH="0" baseline="0" dirty="0">
                <a:ln>
                  <a:noFill/>
                </a:ln>
                <a:solidFill>
                  <a:schemeClr val="tx1"/>
                </a:solidFill>
                <a:effectLst/>
              </a:rPr>
              <a:t>Proxemics refers to the study of how people perceive and use physical space in communication.</a:t>
            </a:r>
          </a:p>
          <a:p>
            <a:r>
              <a:rPr kumimoji="0" lang="en-US" altLang="en-US" sz="2800" b="1" i="0" u="none" strike="noStrike" cap="none" normalizeH="0" baseline="0" dirty="0">
                <a:ln>
                  <a:noFill/>
                </a:ln>
                <a:solidFill>
                  <a:schemeClr val="tx1"/>
                </a:solidFill>
                <a:effectLst/>
              </a:rPr>
              <a:t>Cultural Variations:</a:t>
            </a:r>
            <a:r>
              <a:rPr kumimoji="0" lang="en-US" altLang="en-US" sz="2800" b="0" i="0" u="none" strike="noStrike" cap="none" normalizeH="0" baseline="0" dirty="0">
                <a:ln>
                  <a:noFill/>
                </a:ln>
                <a:solidFill>
                  <a:schemeClr val="tx1"/>
                </a:solidFill>
                <a:effectLst/>
              </a:rPr>
              <a:t> Different cultures have different norms regarding personal space. What feels appropriate in one culture might feel intrusive in another.</a:t>
            </a:r>
          </a:p>
          <a:p>
            <a:r>
              <a:rPr kumimoji="0" lang="en-US" altLang="en-US" sz="2800" b="1" i="0" u="none" strike="noStrike" cap="none" normalizeH="0" baseline="0" dirty="0">
                <a:ln>
                  <a:noFill/>
                </a:ln>
                <a:solidFill>
                  <a:schemeClr val="tx1"/>
                </a:solidFill>
                <a:effectLst/>
              </a:rPr>
              <a:t>Impact on Communication:</a:t>
            </a:r>
            <a:r>
              <a:rPr kumimoji="0" lang="en-US" altLang="en-US" sz="2800" b="0" i="0" u="none" strike="noStrike" cap="none" normalizeH="0" baseline="0" dirty="0">
                <a:ln>
                  <a:noFill/>
                </a:ln>
                <a:solidFill>
                  <a:schemeClr val="tx1"/>
                </a:solidFill>
                <a:effectLst/>
              </a:rPr>
              <a:t> Respecting personal space is crucial for effective communication. When someone’s personal space is violated, it can cause discomfort, distraction, and even hostility, affecting the message being conveyed. </a:t>
            </a:r>
          </a:p>
          <a:p>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3" name="Picture 2" descr="Nonverbal Communication Categories">
            <a:extLst>
              <a:ext uri="{FF2B5EF4-FFF2-40B4-BE49-F238E27FC236}">
                <a16:creationId xmlns:a16="http://schemas.microsoft.com/office/drawing/2014/main" id="{B02C9248-940F-A3E0-947A-3016CD1169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7702" y="1970314"/>
            <a:ext cx="5893560" cy="3635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199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178E3-167A-04B7-C514-D9B42C6983B4}"/>
              </a:ext>
            </a:extLst>
          </p:cNvPr>
          <p:cNvSpPr>
            <a:spLocks noGrp="1"/>
          </p:cNvSpPr>
          <p:nvPr>
            <p:ph type="title"/>
          </p:nvPr>
        </p:nvSpPr>
        <p:spPr/>
        <p:txBody>
          <a:bodyPr/>
          <a:lstStyle/>
          <a:p>
            <a:r>
              <a:rPr lang="en-IN" dirty="0"/>
              <a:t>Appearance and Attire</a:t>
            </a:r>
          </a:p>
        </p:txBody>
      </p:sp>
      <p:sp>
        <p:nvSpPr>
          <p:cNvPr id="3" name="Content Placeholder 2">
            <a:extLst>
              <a:ext uri="{FF2B5EF4-FFF2-40B4-BE49-F238E27FC236}">
                <a16:creationId xmlns:a16="http://schemas.microsoft.com/office/drawing/2014/main" id="{84B1F5E1-B63F-B31C-9A24-4E0982A5A920}"/>
              </a:ext>
            </a:extLst>
          </p:cNvPr>
          <p:cNvSpPr>
            <a:spLocks noGrp="1"/>
          </p:cNvSpPr>
          <p:nvPr>
            <p:ph idx="1"/>
          </p:nvPr>
        </p:nvSpPr>
        <p:spPr/>
        <p:txBody>
          <a:bodyPr>
            <a:normAutofit/>
          </a:bodyPr>
          <a:lstStyle/>
          <a:p>
            <a:pPr marL="0" indent="0">
              <a:buNone/>
            </a:pPr>
            <a:r>
              <a:rPr lang="en-US" sz="1900" b="1" dirty="0"/>
              <a:t>Professional Attire:</a:t>
            </a:r>
          </a:p>
          <a:p>
            <a:pPr marL="0" indent="0">
              <a:buNone/>
            </a:pPr>
            <a:r>
              <a:rPr lang="en-US" sz="1900" b="1" dirty="0"/>
              <a:t>    Importance of Dressing Appropriately:</a:t>
            </a:r>
            <a:endParaRPr lang="en-US" sz="1900" dirty="0"/>
          </a:p>
          <a:p>
            <a:pPr marL="742950" lvl="1" indent="-285750">
              <a:buFont typeface="Arial" panose="020B0604020202020204" pitchFamily="34" charset="0"/>
              <a:buChar char="•"/>
            </a:pPr>
            <a:r>
              <a:rPr lang="en-US" sz="1900" b="1" dirty="0"/>
              <a:t>First Impressions Matter:</a:t>
            </a:r>
            <a:r>
              <a:rPr lang="en-US" sz="1900" dirty="0"/>
              <a:t> Your attire is often the first thing people notice. Dressing professionally sets the tone for how others perceive your credibility, competence, and confidence.</a:t>
            </a:r>
          </a:p>
          <a:p>
            <a:pPr marL="742950" lvl="1" indent="-285750">
              <a:buFont typeface="Arial" panose="020B0604020202020204" pitchFamily="34" charset="0"/>
              <a:buChar char="•"/>
            </a:pPr>
            <a:r>
              <a:rPr lang="en-US" sz="1900" b="1" dirty="0"/>
              <a:t>Aligning with Company Culture:</a:t>
            </a:r>
            <a:r>
              <a:rPr lang="en-US" sz="1900" dirty="0"/>
              <a:t> Different organizations have different dress codes. Understanding and adhering to the expected dress code demonstrates professionalism and respect for the work environment.</a:t>
            </a:r>
          </a:p>
          <a:p>
            <a:pPr marL="742950" lvl="1" indent="-285750">
              <a:buFont typeface="Arial" panose="020B0604020202020204" pitchFamily="34" charset="0"/>
              <a:buChar char="•"/>
            </a:pPr>
            <a:r>
              <a:rPr lang="en-US" sz="1900" b="1" dirty="0"/>
              <a:t>Influencing Perceptions:</a:t>
            </a:r>
            <a:r>
              <a:rPr lang="en-US" sz="1900" dirty="0"/>
              <a:t> The way you dress can influence how others view your abilities, approachability, and authority. Appropriate attire can enhance your leadership presence and make interactions smoother.</a:t>
            </a:r>
          </a:p>
          <a:p>
            <a:pPr marL="742950" lvl="1" indent="-285750">
              <a:buFont typeface="Arial" panose="020B0604020202020204" pitchFamily="34" charset="0"/>
              <a:buChar char="•"/>
            </a:pPr>
            <a:r>
              <a:rPr lang="en-US" sz="1900" b="1" dirty="0"/>
              <a:t>Boosting Self-Confidence:</a:t>
            </a:r>
            <a:r>
              <a:rPr lang="en-US" sz="1900" dirty="0"/>
              <a:t> Dressing well can positively impact your own mindset, boosting your self-confidence and making you feel prepared for professional challenges.</a:t>
            </a:r>
          </a:p>
          <a:p>
            <a:pPr marL="0" indent="0">
              <a:buNone/>
            </a:pPr>
            <a:endParaRPr lang="en-IN" sz="1900" dirty="0"/>
          </a:p>
        </p:txBody>
      </p:sp>
    </p:spTree>
    <p:extLst>
      <p:ext uri="{BB962C8B-B14F-4D97-AF65-F5344CB8AC3E}">
        <p14:creationId xmlns:p14="http://schemas.microsoft.com/office/powerpoint/2010/main" val="1647105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AC3F-30C7-43B0-2354-1C890893B7D8}"/>
              </a:ext>
            </a:extLst>
          </p:cNvPr>
          <p:cNvSpPr>
            <a:spLocks noGrp="1"/>
          </p:cNvSpPr>
          <p:nvPr>
            <p:ph type="title"/>
          </p:nvPr>
        </p:nvSpPr>
        <p:spPr/>
        <p:txBody>
          <a:bodyPr/>
          <a:lstStyle/>
          <a:p>
            <a:r>
              <a:rPr lang="en-IN" dirty="0"/>
              <a:t>Integrating Verbal &amp; Non-Verbal Communication</a:t>
            </a:r>
          </a:p>
        </p:txBody>
      </p:sp>
      <p:sp>
        <p:nvSpPr>
          <p:cNvPr id="3" name="Text Placeholder 2">
            <a:extLst>
              <a:ext uri="{FF2B5EF4-FFF2-40B4-BE49-F238E27FC236}">
                <a16:creationId xmlns:a16="http://schemas.microsoft.com/office/drawing/2014/main" id="{5C0BCFBA-6E91-D5C9-2846-0EA9A289252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62976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2345-29CE-1358-D925-3852ABB2E9D4}"/>
              </a:ext>
            </a:extLst>
          </p:cNvPr>
          <p:cNvSpPr>
            <a:spLocks noGrp="1"/>
          </p:cNvSpPr>
          <p:nvPr>
            <p:ph type="title"/>
          </p:nvPr>
        </p:nvSpPr>
        <p:spPr/>
        <p:txBody>
          <a:bodyPr/>
          <a:lstStyle/>
          <a:p>
            <a:r>
              <a:rPr lang="en-IN" dirty="0"/>
              <a:t>Congruence Between Verbal &amp; Non-Verbal Communication</a:t>
            </a:r>
          </a:p>
        </p:txBody>
      </p:sp>
      <p:sp>
        <p:nvSpPr>
          <p:cNvPr id="3" name="Content Placeholder 2">
            <a:extLst>
              <a:ext uri="{FF2B5EF4-FFF2-40B4-BE49-F238E27FC236}">
                <a16:creationId xmlns:a16="http://schemas.microsoft.com/office/drawing/2014/main" id="{C1C0B87E-F124-A824-D484-75242ECD04A0}"/>
              </a:ext>
            </a:extLst>
          </p:cNvPr>
          <p:cNvSpPr>
            <a:spLocks noGrp="1"/>
          </p:cNvSpPr>
          <p:nvPr>
            <p:ph idx="1"/>
          </p:nvPr>
        </p:nvSpPr>
        <p:spPr/>
        <p:txBody>
          <a:bodyPr>
            <a:normAutofit fontScale="62500" lnSpcReduction="20000"/>
          </a:bodyPr>
          <a:lstStyle/>
          <a:p>
            <a:pPr marL="0" indent="0">
              <a:buNone/>
            </a:pPr>
            <a:r>
              <a:rPr lang="en-US" sz="2600" b="1" dirty="0"/>
              <a:t>Why is it Important?</a:t>
            </a:r>
          </a:p>
          <a:p>
            <a:pPr>
              <a:buFont typeface="Arial" panose="020B0604020202020204" pitchFamily="34" charset="0"/>
              <a:buChar char="•"/>
            </a:pPr>
            <a:r>
              <a:rPr lang="en-US" sz="2600" b="1" dirty="0"/>
              <a:t>Unified Message:</a:t>
            </a:r>
            <a:r>
              <a:rPr lang="en-US" sz="2600" dirty="0"/>
              <a:t> Verbal and non-verbal cues must align to deliver a consistent, believable message. When words and body language conflict, it can lead to confusion and mistrust.</a:t>
            </a:r>
          </a:p>
          <a:p>
            <a:pPr>
              <a:buFont typeface="Arial" panose="020B0604020202020204" pitchFamily="34" charset="0"/>
              <a:buChar char="•"/>
            </a:pPr>
            <a:r>
              <a:rPr lang="en-US" sz="2600" b="1" dirty="0"/>
              <a:t>Building Trust:</a:t>
            </a:r>
            <a:r>
              <a:rPr lang="en-US" sz="2600" dirty="0"/>
              <a:t> When your non-verbal cues (facial expressions, gestures, tone of voice) match what you're saying, it shows authenticity and helps build trust with your audience.</a:t>
            </a:r>
          </a:p>
          <a:p>
            <a:pPr>
              <a:buFont typeface="Arial" panose="020B0604020202020204" pitchFamily="34" charset="0"/>
              <a:buChar char="•"/>
            </a:pPr>
            <a:r>
              <a:rPr lang="en-US" sz="2600" b="1" dirty="0"/>
              <a:t>Avoiding Mixed Signals:</a:t>
            </a:r>
            <a:r>
              <a:rPr lang="en-US" sz="2600" dirty="0"/>
              <a:t> Mixed signals (e.g., saying "I'm fine" while frowning or crossing arms) can undermine your message, leading others to doubt your sincerity or emotions.</a:t>
            </a:r>
          </a:p>
          <a:p>
            <a:pPr marL="0" indent="0">
              <a:buNone/>
            </a:pPr>
            <a:endParaRPr lang="en-US" sz="2600" b="1" dirty="0"/>
          </a:p>
          <a:p>
            <a:pPr marL="0" indent="0">
              <a:buNone/>
            </a:pPr>
            <a:r>
              <a:rPr lang="en-US" sz="2600" b="1" dirty="0"/>
              <a:t>Examples of Congruence:</a:t>
            </a:r>
          </a:p>
          <a:p>
            <a:pPr>
              <a:buFont typeface="+mj-lt"/>
              <a:buAutoNum type="arabicPeriod"/>
            </a:pPr>
            <a:r>
              <a:rPr lang="en-US" sz="2600" b="1" dirty="0"/>
              <a:t>Positive Message with Positive Cues:</a:t>
            </a:r>
            <a:endParaRPr lang="en-US" sz="2600" dirty="0"/>
          </a:p>
          <a:p>
            <a:pPr marL="457200" lvl="1" indent="0">
              <a:buNone/>
            </a:pPr>
            <a:r>
              <a:rPr lang="en-US" sz="2600" dirty="0"/>
              <a:t>Saying "Great job!" with a smile, open posture, and enthusiastic tone reinforces your verbal praise.</a:t>
            </a:r>
          </a:p>
          <a:p>
            <a:pPr>
              <a:buFont typeface="+mj-lt"/>
              <a:buAutoNum type="arabicPeriod"/>
            </a:pPr>
            <a:r>
              <a:rPr lang="en-US" sz="2600" b="1" dirty="0"/>
              <a:t>Negative Message with Matching Cues:</a:t>
            </a:r>
            <a:endParaRPr lang="en-US" sz="2600" dirty="0"/>
          </a:p>
          <a:p>
            <a:pPr marL="457200" lvl="1" indent="0">
              <a:buNone/>
            </a:pPr>
            <a:r>
              <a:rPr lang="en-US" sz="2600" dirty="0"/>
              <a:t>Expressing disappointment with a calm, serious tone and matching facial expression conveys your message without causing confusion.</a:t>
            </a:r>
          </a:p>
          <a:p>
            <a:pPr>
              <a:buFont typeface="+mj-lt"/>
              <a:buAutoNum type="arabicPeriod"/>
            </a:pPr>
            <a:r>
              <a:rPr lang="en-US" sz="2600" b="1" dirty="0"/>
              <a:t>Incongruent Example:</a:t>
            </a:r>
            <a:endParaRPr lang="en-US" sz="2600" dirty="0"/>
          </a:p>
          <a:p>
            <a:pPr marL="457200" lvl="1" indent="0">
              <a:buNone/>
            </a:pPr>
            <a:r>
              <a:rPr lang="en-US" sz="2600" dirty="0"/>
              <a:t>Saying "I’m fine" while frowning or avoiding eye contact sends the opposite message, causing others to question your true feelings.</a:t>
            </a:r>
          </a:p>
          <a:p>
            <a:endParaRPr lang="en-IN" dirty="0"/>
          </a:p>
        </p:txBody>
      </p:sp>
    </p:spTree>
    <p:extLst>
      <p:ext uri="{BB962C8B-B14F-4D97-AF65-F5344CB8AC3E}">
        <p14:creationId xmlns:p14="http://schemas.microsoft.com/office/powerpoint/2010/main" val="3890448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D6153-CE2C-B65E-E9C3-F7A8EB90494E}"/>
              </a:ext>
            </a:extLst>
          </p:cNvPr>
          <p:cNvSpPr>
            <a:spLocks noGrp="1"/>
          </p:cNvSpPr>
          <p:nvPr>
            <p:ph type="title"/>
          </p:nvPr>
        </p:nvSpPr>
        <p:spPr/>
        <p:txBody>
          <a:bodyPr/>
          <a:lstStyle/>
          <a:p>
            <a:r>
              <a:rPr lang="en-IN" dirty="0"/>
              <a:t>Cultural Sensitivity in Communication</a:t>
            </a:r>
          </a:p>
        </p:txBody>
      </p:sp>
      <p:sp>
        <p:nvSpPr>
          <p:cNvPr id="3" name="Content Placeholder 2">
            <a:extLst>
              <a:ext uri="{FF2B5EF4-FFF2-40B4-BE49-F238E27FC236}">
                <a16:creationId xmlns:a16="http://schemas.microsoft.com/office/drawing/2014/main" id="{1FE34636-327A-124A-6A76-3B52B5CD8868}"/>
              </a:ext>
            </a:extLst>
          </p:cNvPr>
          <p:cNvSpPr>
            <a:spLocks noGrp="1"/>
          </p:cNvSpPr>
          <p:nvPr>
            <p:ph idx="1"/>
          </p:nvPr>
        </p:nvSpPr>
        <p:spPr/>
        <p:txBody>
          <a:bodyPr>
            <a:normAutofit fontScale="62500" lnSpcReduction="20000"/>
          </a:bodyPr>
          <a:lstStyle/>
          <a:p>
            <a:pPr marL="0" indent="0">
              <a:buNone/>
            </a:pPr>
            <a:r>
              <a:rPr lang="en-US" b="1" dirty="0"/>
              <a:t>Recognizing Differences:</a:t>
            </a:r>
            <a:endParaRPr lang="en-US" dirty="0"/>
          </a:p>
          <a:p>
            <a:pPr>
              <a:buFont typeface="Arial" panose="020B0604020202020204" pitchFamily="34" charset="0"/>
              <a:buChar char="•"/>
            </a:pPr>
            <a:r>
              <a:rPr lang="en-US" dirty="0"/>
              <a:t>Cultural sensitivity involves recognizing that people come from diverse cultural backgrounds with unique beliefs, values, and communication styles. It’s about being aware that what is normal or acceptable in one culture may not be in another.</a:t>
            </a:r>
          </a:p>
          <a:p>
            <a:pPr marL="0" indent="0">
              <a:buNone/>
            </a:pPr>
            <a:r>
              <a:rPr lang="en-US" b="1" dirty="0"/>
              <a:t>Respecting Customs and Traditions:</a:t>
            </a:r>
            <a:endParaRPr lang="en-US" dirty="0"/>
          </a:p>
          <a:p>
            <a:pPr>
              <a:buFont typeface="Arial" panose="020B0604020202020204" pitchFamily="34" charset="0"/>
              <a:buChar char="•"/>
            </a:pPr>
            <a:r>
              <a:rPr lang="en-US" dirty="0"/>
              <a:t>It is essential to respect others' cultural practices, even if they differ from your own. Showing respect for traditions, customs, and norms is a key aspect of building positive relationships in a multicultural setting</a:t>
            </a:r>
          </a:p>
          <a:p>
            <a:pPr marL="0" indent="0">
              <a:buNone/>
            </a:pPr>
            <a:r>
              <a:rPr lang="en-US" b="1" dirty="0"/>
              <a:t>Why It Matters in the Workplace:</a:t>
            </a:r>
            <a:endParaRPr lang="en-US" dirty="0"/>
          </a:p>
          <a:p>
            <a:pPr>
              <a:buFont typeface="Arial" panose="020B0604020202020204" pitchFamily="34" charset="0"/>
              <a:buChar char="•"/>
            </a:pPr>
            <a:r>
              <a:rPr lang="en-US" dirty="0"/>
              <a:t>In a globalized environment, effective communication across cultures is crucial. Misunderstanding these cultural differences can lead to confusion, offense, or reduced productivity, especially when collaborating with international teams</a:t>
            </a:r>
          </a:p>
          <a:p>
            <a:pPr marL="0" indent="0">
              <a:buNone/>
            </a:pPr>
            <a:r>
              <a:rPr lang="en-US" b="1" dirty="0"/>
              <a:t>Fostering Inclusion and Collaboration:</a:t>
            </a:r>
            <a:endParaRPr lang="en-US" dirty="0"/>
          </a:p>
          <a:p>
            <a:pPr>
              <a:buFont typeface="Arial" panose="020B0604020202020204" pitchFamily="34" charset="0"/>
              <a:buChar char="•"/>
            </a:pPr>
            <a:r>
              <a:rPr lang="en-US" dirty="0"/>
              <a:t>Being culturally sensitive promotes inclusivity by making everyone feel respected and valued. It helps build trust and enhances teamwork, as individuals are more likely to collaborate effectively when they feel their cultural backgrounds are understood and appreciated</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1407221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7F53-B616-C457-1015-4B3DC8894B27}"/>
              </a:ext>
            </a:extLst>
          </p:cNvPr>
          <p:cNvSpPr>
            <a:spLocks noGrp="1"/>
          </p:cNvSpPr>
          <p:nvPr>
            <p:ph type="title"/>
          </p:nvPr>
        </p:nvSpPr>
        <p:spPr/>
        <p:txBody>
          <a:bodyPr/>
          <a:lstStyle/>
          <a:p>
            <a:r>
              <a:rPr lang="en-US" dirty="0"/>
              <a:t>Key Aspects of Cultural Sensitivity in Communication</a:t>
            </a:r>
            <a:endParaRPr lang="en-IN" dirty="0"/>
          </a:p>
        </p:txBody>
      </p:sp>
      <p:sp>
        <p:nvSpPr>
          <p:cNvPr id="3" name="Content Placeholder 2">
            <a:extLst>
              <a:ext uri="{FF2B5EF4-FFF2-40B4-BE49-F238E27FC236}">
                <a16:creationId xmlns:a16="http://schemas.microsoft.com/office/drawing/2014/main" id="{CFB3C86D-4D34-F386-B385-4D531778546E}"/>
              </a:ext>
            </a:extLst>
          </p:cNvPr>
          <p:cNvSpPr>
            <a:spLocks noGrp="1"/>
          </p:cNvSpPr>
          <p:nvPr>
            <p:ph idx="1"/>
          </p:nvPr>
        </p:nvSpPr>
        <p:spPr>
          <a:xfrm>
            <a:off x="838200" y="1690688"/>
            <a:ext cx="10515600" cy="4720997"/>
          </a:xfrm>
        </p:spPr>
        <p:txBody>
          <a:bodyPr>
            <a:noAutofit/>
          </a:bodyPr>
          <a:lstStyle/>
          <a:p>
            <a:pPr marL="0" indent="0">
              <a:buNone/>
            </a:pPr>
            <a:r>
              <a:rPr lang="en-US" sz="1200" b="1" dirty="0"/>
              <a:t>Language Barriers:</a:t>
            </a:r>
            <a:endParaRPr lang="en-US" sz="1200" dirty="0"/>
          </a:p>
          <a:p>
            <a:pPr marL="0" indent="0">
              <a:buNone/>
            </a:pPr>
            <a:r>
              <a:rPr lang="en-US" sz="1200" b="1" dirty="0"/>
              <a:t>Example:</a:t>
            </a:r>
            <a:r>
              <a:rPr lang="en-US" sz="1200" dirty="0"/>
              <a:t> Using idioms like "let’s hit the ground running" might confuse non-native English speakers. Instead, say "let's start working on this immediately" to ensure clarity.</a:t>
            </a:r>
          </a:p>
          <a:p>
            <a:pPr>
              <a:buFont typeface="Arial" panose="020B0604020202020204" pitchFamily="34" charset="0"/>
              <a:buChar char="•"/>
            </a:pPr>
            <a:r>
              <a:rPr lang="en-US" sz="1200" b="1" dirty="0"/>
              <a:t>Tip:</a:t>
            </a:r>
            <a:r>
              <a:rPr lang="en-US" sz="1200" dirty="0"/>
              <a:t> Speak clearly and avoid using slang or jargon that could be unfamiliar. If necessary, rephrase your statement and ask follow-up questions to check understanding</a:t>
            </a:r>
          </a:p>
          <a:p>
            <a:pPr marL="0" indent="0">
              <a:buNone/>
            </a:pPr>
            <a:r>
              <a:rPr lang="en-US" sz="1200" b="1" dirty="0"/>
              <a:t>Non-Verbal Differences:</a:t>
            </a:r>
            <a:endParaRPr lang="en-US" sz="1200" dirty="0"/>
          </a:p>
          <a:p>
            <a:pPr>
              <a:buFont typeface="Arial" panose="020B0604020202020204" pitchFamily="34" charset="0"/>
              <a:buChar char="•"/>
            </a:pPr>
            <a:r>
              <a:rPr lang="en-US" sz="1200" b="1" dirty="0"/>
              <a:t>Example:</a:t>
            </a:r>
            <a:r>
              <a:rPr lang="en-US" sz="1200" dirty="0"/>
              <a:t> In many Western cultures, making direct eye contact is a sign of confidence and attentiveness. However, in some Asian cultures, prolonged eye contact can be seen as rude or confrontational.</a:t>
            </a:r>
          </a:p>
          <a:p>
            <a:pPr>
              <a:buFont typeface="Arial" panose="020B0604020202020204" pitchFamily="34" charset="0"/>
              <a:buChar char="•"/>
            </a:pPr>
            <a:r>
              <a:rPr lang="en-US" sz="1200" b="1" dirty="0"/>
              <a:t>Tip:</a:t>
            </a:r>
            <a:r>
              <a:rPr lang="en-US" sz="1200" dirty="0"/>
              <a:t> Pay attention to non-verbal cues, such as gestures, posture, and personal space, and adapt accordingly based on cultural expectations. Always observe how others respond to your body language</a:t>
            </a:r>
          </a:p>
          <a:p>
            <a:pPr marL="0" indent="0">
              <a:buNone/>
            </a:pPr>
            <a:r>
              <a:rPr lang="en-US" sz="1200" b="1" dirty="0"/>
              <a:t>Communication Styles:</a:t>
            </a:r>
            <a:endParaRPr lang="en-US" sz="1200" dirty="0"/>
          </a:p>
          <a:p>
            <a:pPr>
              <a:buFont typeface="Arial" panose="020B0604020202020204" pitchFamily="34" charset="0"/>
              <a:buChar char="•"/>
            </a:pPr>
            <a:r>
              <a:rPr lang="en-US" sz="1200" b="1" dirty="0"/>
              <a:t>Example:</a:t>
            </a:r>
            <a:r>
              <a:rPr lang="en-US" sz="1200" dirty="0"/>
              <a:t> In the U.S. or Germany, people often prefer direct and straightforward communication. However, in Japan or India, an indirect approach is valued, with more emphasis on politeness and avoiding confrontation.</a:t>
            </a:r>
          </a:p>
          <a:p>
            <a:pPr>
              <a:buFont typeface="Arial" panose="020B0604020202020204" pitchFamily="34" charset="0"/>
              <a:buChar char="•"/>
            </a:pPr>
            <a:r>
              <a:rPr lang="en-US" sz="1200" b="1" dirty="0"/>
              <a:t>Tip:</a:t>
            </a:r>
            <a:r>
              <a:rPr lang="en-US" sz="1200" dirty="0"/>
              <a:t> Understand whether your colleagues prefer high-context (indirect and implicit) or low-context (direct and explicit) communication. Adjust your tone and language accordingly, especially when discussing sensitive topics</a:t>
            </a:r>
          </a:p>
          <a:p>
            <a:pPr marL="0" indent="0">
              <a:buNone/>
            </a:pPr>
            <a:r>
              <a:rPr lang="en-US" sz="1200" b="1" dirty="0"/>
              <a:t>Time Perception (Chronemics):</a:t>
            </a:r>
            <a:endParaRPr lang="en-US" sz="1200" dirty="0"/>
          </a:p>
          <a:p>
            <a:pPr>
              <a:buFont typeface="Arial" panose="020B0604020202020204" pitchFamily="34" charset="0"/>
              <a:buChar char="•"/>
            </a:pPr>
            <a:r>
              <a:rPr lang="en-US" sz="1200" b="1" dirty="0"/>
              <a:t>Example:</a:t>
            </a:r>
            <a:r>
              <a:rPr lang="en-US" sz="1200" dirty="0"/>
              <a:t> In cultures like the U.S., Germany, and Switzerland, punctuality is highly valued, and being late can be seen as disrespectful. In contrast, countries like India or Brazil may have a more relaxed approach to time, where meetings might start later than scheduled.</a:t>
            </a:r>
          </a:p>
          <a:p>
            <a:pPr>
              <a:buFont typeface="Arial" panose="020B0604020202020204" pitchFamily="34" charset="0"/>
              <a:buChar char="•"/>
            </a:pPr>
            <a:r>
              <a:rPr lang="en-US" sz="1200" b="1" dirty="0"/>
              <a:t>Tip:</a:t>
            </a:r>
            <a:r>
              <a:rPr lang="en-US" sz="1200" dirty="0"/>
              <a:t> When collaborating with global teams, clarify expectations about time management and deadlines. Be flexible and respectful of differing views on time but communicate any time-sensitive requirements clearly</a:t>
            </a:r>
          </a:p>
          <a:p>
            <a:endParaRPr lang="en-IN" sz="1200" dirty="0"/>
          </a:p>
        </p:txBody>
      </p:sp>
    </p:spTree>
    <p:extLst>
      <p:ext uri="{BB962C8B-B14F-4D97-AF65-F5344CB8AC3E}">
        <p14:creationId xmlns:p14="http://schemas.microsoft.com/office/powerpoint/2010/main" val="3070874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7F53-B616-C457-1015-4B3DC8894B27}"/>
              </a:ext>
            </a:extLst>
          </p:cNvPr>
          <p:cNvSpPr>
            <a:spLocks noGrp="1"/>
          </p:cNvSpPr>
          <p:nvPr>
            <p:ph type="title"/>
          </p:nvPr>
        </p:nvSpPr>
        <p:spPr/>
        <p:txBody>
          <a:bodyPr/>
          <a:lstStyle/>
          <a:p>
            <a:r>
              <a:rPr lang="en-US" dirty="0"/>
              <a:t>Key Aspects of Cultural Sensitivity in Communication</a:t>
            </a:r>
            <a:endParaRPr lang="en-IN" dirty="0"/>
          </a:p>
        </p:txBody>
      </p:sp>
      <p:sp>
        <p:nvSpPr>
          <p:cNvPr id="3" name="Content Placeholder 2">
            <a:extLst>
              <a:ext uri="{FF2B5EF4-FFF2-40B4-BE49-F238E27FC236}">
                <a16:creationId xmlns:a16="http://schemas.microsoft.com/office/drawing/2014/main" id="{CFB3C86D-4D34-F386-B385-4D531778546E}"/>
              </a:ext>
            </a:extLst>
          </p:cNvPr>
          <p:cNvSpPr>
            <a:spLocks noGrp="1"/>
          </p:cNvSpPr>
          <p:nvPr>
            <p:ph idx="1"/>
          </p:nvPr>
        </p:nvSpPr>
        <p:spPr>
          <a:xfrm>
            <a:off x="838200" y="1690688"/>
            <a:ext cx="10515600" cy="4720997"/>
          </a:xfrm>
        </p:spPr>
        <p:txBody>
          <a:bodyPr>
            <a:noAutofit/>
          </a:bodyPr>
          <a:lstStyle/>
          <a:p>
            <a:pPr marL="0" indent="0">
              <a:buNone/>
            </a:pPr>
            <a:r>
              <a:rPr lang="en-US" sz="1200" b="1" dirty="0"/>
              <a:t>Language Barriers:</a:t>
            </a:r>
            <a:endParaRPr lang="en-US" sz="1200" dirty="0"/>
          </a:p>
          <a:p>
            <a:pPr marL="0" indent="0">
              <a:buNone/>
            </a:pPr>
            <a:r>
              <a:rPr lang="en-US" sz="1200" b="1" dirty="0"/>
              <a:t>Example:</a:t>
            </a:r>
            <a:r>
              <a:rPr lang="en-US" sz="1200" dirty="0"/>
              <a:t> Using idioms like "let’s hit the ground running" might confuse non-native English speakers. Instead, say "let's start working on this immediately" to ensure clarity.</a:t>
            </a:r>
          </a:p>
          <a:p>
            <a:pPr>
              <a:buFont typeface="Arial" panose="020B0604020202020204" pitchFamily="34" charset="0"/>
              <a:buChar char="•"/>
            </a:pPr>
            <a:r>
              <a:rPr lang="en-US" sz="1200" b="1" dirty="0"/>
              <a:t>Tip:</a:t>
            </a:r>
            <a:r>
              <a:rPr lang="en-US" sz="1200" dirty="0"/>
              <a:t> Speak clearly and avoid using slang or jargon that could be unfamiliar. If necessary, rephrase your statement and ask follow-up questions to check understanding</a:t>
            </a:r>
          </a:p>
          <a:p>
            <a:pPr marL="0" indent="0">
              <a:buNone/>
            </a:pPr>
            <a:r>
              <a:rPr lang="en-US" sz="1200" b="1" dirty="0"/>
              <a:t>Non-Verbal Differences:</a:t>
            </a:r>
            <a:endParaRPr lang="en-US" sz="1200" dirty="0"/>
          </a:p>
          <a:p>
            <a:pPr>
              <a:buFont typeface="Arial" panose="020B0604020202020204" pitchFamily="34" charset="0"/>
              <a:buChar char="•"/>
            </a:pPr>
            <a:r>
              <a:rPr lang="en-US" sz="1200" b="1" dirty="0"/>
              <a:t>Example:</a:t>
            </a:r>
            <a:r>
              <a:rPr lang="en-US" sz="1200" dirty="0"/>
              <a:t> In many Western cultures, making direct eye contact is a sign of confidence and attentiveness. However, in some Asian cultures, prolonged eye contact can be seen as rude or confrontational.</a:t>
            </a:r>
          </a:p>
          <a:p>
            <a:pPr>
              <a:buFont typeface="Arial" panose="020B0604020202020204" pitchFamily="34" charset="0"/>
              <a:buChar char="•"/>
            </a:pPr>
            <a:r>
              <a:rPr lang="en-US" sz="1200" b="1" dirty="0"/>
              <a:t>Tip:</a:t>
            </a:r>
            <a:r>
              <a:rPr lang="en-US" sz="1200" dirty="0"/>
              <a:t> Pay attention to non-verbal cues, such as gestures, posture, and personal space, and adapt accordingly based on cultural expectations. Always observe how others respond to your body language</a:t>
            </a:r>
          </a:p>
          <a:p>
            <a:pPr marL="0" indent="0">
              <a:buNone/>
            </a:pPr>
            <a:r>
              <a:rPr lang="en-US" sz="1200" b="1" dirty="0"/>
              <a:t>Communication Styles:</a:t>
            </a:r>
            <a:endParaRPr lang="en-US" sz="1200" dirty="0"/>
          </a:p>
          <a:p>
            <a:pPr>
              <a:buFont typeface="Arial" panose="020B0604020202020204" pitchFamily="34" charset="0"/>
              <a:buChar char="•"/>
            </a:pPr>
            <a:r>
              <a:rPr lang="en-US" sz="1200" b="1" dirty="0"/>
              <a:t>Example:</a:t>
            </a:r>
            <a:r>
              <a:rPr lang="en-US" sz="1200" dirty="0"/>
              <a:t> In the U.S. or Germany, people often prefer direct and straightforward communication. However, in Japan or India, an indirect approach is valued, with more emphasis on politeness and avoiding confrontation.</a:t>
            </a:r>
          </a:p>
          <a:p>
            <a:pPr>
              <a:buFont typeface="Arial" panose="020B0604020202020204" pitchFamily="34" charset="0"/>
              <a:buChar char="•"/>
            </a:pPr>
            <a:r>
              <a:rPr lang="en-US" sz="1200" b="1" dirty="0"/>
              <a:t>Tip:</a:t>
            </a:r>
            <a:r>
              <a:rPr lang="en-US" sz="1200" dirty="0"/>
              <a:t> Understand whether your colleagues prefer high-context (indirect and implicit) or low-context (direct and explicit) communication. Adjust your tone and language accordingly, especially when discussing sensitive topics</a:t>
            </a:r>
          </a:p>
          <a:p>
            <a:pPr marL="0" indent="0">
              <a:buNone/>
            </a:pPr>
            <a:r>
              <a:rPr lang="en-US" sz="1200" b="1" dirty="0"/>
              <a:t>Time Perception (Chronemics):</a:t>
            </a:r>
            <a:endParaRPr lang="en-US" sz="1200" dirty="0"/>
          </a:p>
          <a:p>
            <a:pPr>
              <a:buFont typeface="Arial" panose="020B0604020202020204" pitchFamily="34" charset="0"/>
              <a:buChar char="•"/>
            </a:pPr>
            <a:r>
              <a:rPr lang="en-US" sz="1200" b="1" dirty="0"/>
              <a:t>Example:</a:t>
            </a:r>
            <a:r>
              <a:rPr lang="en-US" sz="1200" dirty="0"/>
              <a:t> In cultures like the U.S., Germany, and Switzerland, punctuality is highly valued, and being late can be seen as disrespectful. In contrast, countries like India or Brazil may have a more relaxed approach to time, where meetings might start later than scheduled.</a:t>
            </a:r>
          </a:p>
          <a:p>
            <a:pPr>
              <a:buFont typeface="Arial" panose="020B0604020202020204" pitchFamily="34" charset="0"/>
              <a:buChar char="•"/>
            </a:pPr>
            <a:r>
              <a:rPr lang="en-US" sz="1200" b="1" dirty="0"/>
              <a:t>Tip:</a:t>
            </a:r>
            <a:r>
              <a:rPr lang="en-US" sz="1200" dirty="0"/>
              <a:t> When collaborating with global teams, clarify expectations about time management and deadlines. Be flexible and respectful of differing views on time but communicate any time-sensitive requirements clearly</a:t>
            </a:r>
          </a:p>
          <a:p>
            <a:endParaRPr lang="en-IN" sz="1200" dirty="0"/>
          </a:p>
        </p:txBody>
      </p:sp>
    </p:spTree>
    <p:extLst>
      <p:ext uri="{BB962C8B-B14F-4D97-AF65-F5344CB8AC3E}">
        <p14:creationId xmlns:p14="http://schemas.microsoft.com/office/powerpoint/2010/main" val="832836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FA17-D002-EE22-2765-A23AFCA6C74A}"/>
              </a:ext>
            </a:extLst>
          </p:cNvPr>
          <p:cNvSpPr>
            <a:spLocks noGrp="1"/>
          </p:cNvSpPr>
          <p:nvPr>
            <p:ph type="title"/>
          </p:nvPr>
        </p:nvSpPr>
        <p:spPr/>
        <p:txBody>
          <a:bodyPr/>
          <a:lstStyle/>
          <a:p>
            <a:r>
              <a:rPr lang="en-IN" dirty="0"/>
              <a:t>Q &amp; A</a:t>
            </a:r>
          </a:p>
        </p:txBody>
      </p:sp>
      <p:sp>
        <p:nvSpPr>
          <p:cNvPr id="3" name="Content Placeholder 2">
            <a:extLst>
              <a:ext uri="{FF2B5EF4-FFF2-40B4-BE49-F238E27FC236}">
                <a16:creationId xmlns:a16="http://schemas.microsoft.com/office/drawing/2014/main" id="{CB7D24CC-F862-8340-C5D0-90B57554258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97385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588</TotalTime>
  <Words>2330</Words>
  <Application>Microsoft Office PowerPoint</Application>
  <PresentationFormat>Widescreen</PresentationFormat>
  <Paragraphs>203</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Essential Communication Skills</vt:lpstr>
      <vt:lpstr>Agenda</vt:lpstr>
      <vt:lpstr>Introduction to Communication</vt:lpstr>
      <vt:lpstr>Verbal Communication Mastery</vt:lpstr>
      <vt:lpstr>Clarity &amp; Conciseness</vt:lpstr>
      <vt:lpstr>Tone of Voice</vt:lpstr>
      <vt:lpstr>Activity &amp; Takeaway</vt:lpstr>
      <vt:lpstr>Active Listening</vt:lpstr>
      <vt:lpstr>Activity </vt:lpstr>
      <vt:lpstr>Pausing and Pacing</vt:lpstr>
      <vt:lpstr>Empathy in Communication</vt:lpstr>
      <vt:lpstr>Non-Verbal Communication Mastery</vt:lpstr>
      <vt:lpstr>Non-Verbal Communication Mastery</vt:lpstr>
      <vt:lpstr>Body Language</vt:lpstr>
      <vt:lpstr>Key Elements to Observe</vt:lpstr>
      <vt:lpstr>Proxemics (Personal Space)</vt:lpstr>
      <vt:lpstr>Appearance and Attire</vt:lpstr>
      <vt:lpstr>Integrating Verbal &amp; Non-Verbal Communication</vt:lpstr>
      <vt:lpstr>Congruence Between Verbal &amp; Non-Verbal Communication</vt:lpstr>
      <vt:lpstr>Cultural Sensitivity in Communication</vt:lpstr>
      <vt:lpstr>Key Aspects of Cultural Sensitivity in Communication</vt:lpstr>
      <vt:lpstr>Key Aspects of Cultural Sensitivity in Communication</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Sasikala Malladi</dc:creator>
  <cp:lastModifiedBy>Sasikala Malladi</cp:lastModifiedBy>
  <cp:revision>61</cp:revision>
  <dcterms:created xsi:type="dcterms:W3CDTF">2024-09-30T04:03:46Z</dcterms:created>
  <dcterms:modified xsi:type="dcterms:W3CDTF">2024-10-02T14:50:50Z</dcterms:modified>
</cp:coreProperties>
</file>